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Lst>
  <p:sldSz cx="12192000" cy="6858000"/>
  <p:notesSz cx="6858000" cy="9144000"/>
  <p:defaultTextStyle>
    <a:defPPr>
      <a:defRPr lang="ja-JP"/>
    </a:defPPr>
    <a:lvl1pPr algn="l" rtl="0" fontAlgn="base">
      <a:spcBef>
        <a:spcPct val="0"/>
      </a:spcBef>
      <a:spcAft>
        <a:spcPct val="0"/>
      </a:spcAft>
      <a:defRPr kumimoji="1" kern="1200">
        <a:solidFill>
          <a:schemeClr val="tx1"/>
        </a:solidFill>
        <a:latin typeface="Arial" charset="0"/>
        <a:ea typeface="ＭＳ Ｐゴシック" pitchFamily="50" charset="-128"/>
        <a:cs typeface="+mn-cs"/>
      </a:defRPr>
    </a:lvl1pPr>
    <a:lvl2pPr marL="457200" algn="l" rtl="0" fontAlgn="base">
      <a:spcBef>
        <a:spcPct val="0"/>
      </a:spcBef>
      <a:spcAft>
        <a:spcPct val="0"/>
      </a:spcAft>
      <a:defRPr kumimoji="1" kern="1200">
        <a:solidFill>
          <a:schemeClr val="tx1"/>
        </a:solidFill>
        <a:latin typeface="Arial" charset="0"/>
        <a:ea typeface="ＭＳ Ｐゴシック" pitchFamily="50" charset="-128"/>
        <a:cs typeface="+mn-cs"/>
      </a:defRPr>
    </a:lvl2pPr>
    <a:lvl3pPr marL="914400" algn="l" rtl="0" fontAlgn="base">
      <a:spcBef>
        <a:spcPct val="0"/>
      </a:spcBef>
      <a:spcAft>
        <a:spcPct val="0"/>
      </a:spcAft>
      <a:defRPr kumimoji="1" kern="1200">
        <a:solidFill>
          <a:schemeClr val="tx1"/>
        </a:solidFill>
        <a:latin typeface="Arial" charset="0"/>
        <a:ea typeface="ＭＳ Ｐゴシック" pitchFamily="50" charset="-128"/>
        <a:cs typeface="+mn-cs"/>
      </a:defRPr>
    </a:lvl3pPr>
    <a:lvl4pPr marL="1371600" algn="l" rtl="0" fontAlgn="base">
      <a:spcBef>
        <a:spcPct val="0"/>
      </a:spcBef>
      <a:spcAft>
        <a:spcPct val="0"/>
      </a:spcAft>
      <a:defRPr kumimoji="1" kern="1200">
        <a:solidFill>
          <a:schemeClr val="tx1"/>
        </a:solidFill>
        <a:latin typeface="Arial" charset="0"/>
        <a:ea typeface="ＭＳ Ｐゴシック" pitchFamily="50" charset="-128"/>
        <a:cs typeface="+mn-cs"/>
      </a:defRPr>
    </a:lvl4pPr>
    <a:lvl5pPr marL="1828800" algn="l" rtl="0" fontAlgn="base">
      <a:spcBef>
        <a:spcPct val="0"/>
      </a:spcBef>
      <a:spcAft>
        <a:spcPct val="0"/>
      </a:spcAft>
      <a:defRPr kumimoji="1" kern="1200">
        <a:solidFill>
          <a:schemeClr val="tx1"/>
        </a:solidFill>
        <a:latin typeface="Arial" charset="0"/>
        <a:ea typeface="ＭＳ Ｐゴシック" pitchFamily="50" charset="-128"/>
        <a:cs typeface="+mn-cs"/>
      </a:defRPr>
    </a:lvl5pPr>
    <a:lvl6pPr marL="2286000" algn="l" defTabSz="914400" rtl="0" eaLnBrk="1" latinLnBrk="0" hangingPunct="1">
      <a:defRPr kumimoji="1" kern="1200">
        <a:solidFill>
          <a:schemeClr val="tx1"/>
        </a:solidFill>
        <a:latin typeface="Arial" charset="0"/>
        <a:ea typeface="ＭＳ Ｐゴシック" pitchFamily="50" charset="-128"/>
        <a:cs typeface="+mn-cs"/>
      </a:defRPr>
    </a:lvl6pPr>
    <a:lvl7pPr marL="2743200" algn="l" defTabSz="914400" rtl="0" eaLnBrk="1" latinLnBrk="0" hangingPunct="1">
      <a:defRPr kumimoji="1" kern="1200">
        <a:solidFill>
          <a:schemeClr val="tx1"/>
        </a:solidFill>
        <a:latin typeface="Arial" charset="0"/>
        <a:ea typeface="ＭＳ Ｐゴシック" pitchFamily="50" charset="-128"/>
        <a:cs typeface="+mn-cs"/>
      </a:defRPr>
    </a:lvl7pPr>
    <a:lvl8pPr marL="3200400" algn="l" defTabSz="914400" rtl="0" eaLnBrk="1" latinLnBrk="0" hangingPunct="1">
      <a:defRPr kumimoji="1" kern="1200">
        <a:solidFill>
          <a:schemeClr val="tx1"/>
        </a:solidFill>
        <a:latin typeface="Arial" charset="0"/>
        <a:ea typeface="ＭＳ Ｐゴシック" pitchFamily="50" charset="-128"/>
        <a:cs typeface="+mn-cs"/>
      </a:defRPr>
    </a:lvl8pPr>
    <a:lvl9pPr marL="3657600" algn="l" defTabSz="914400" rtl="0" eaLnBrk="1" latinLnBrk="0" hangingPunct="1">
      <a:defRPr kumimoji="1" kern="1200">
        <a:solidFill>
          <a:schemeClr val="tx1"/>
        </a:solidFill>
        <a:latin typeface="Arial" charset="0"/>
        <a:ea typeface="ＭＳ Ｐゴシック" pitchFamily="50" charset="-128"/>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5" d="100"/>
          <a:sy n="75" d="100"/>
        </p:scale>
        <p:origin x="876" y="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gi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1_タイトル スライド">
    <p:spTree>
      <p:nvGrpSpPr>
        <p:cNvPr id="1" name=""/>
        <p:cNvGrpSpPr/>
        <p:nvPr/>
      </p:nvGrpSpPr>
      <p:grpSpPr>
        <a:xfrm>
          <a:off x="0" y="0"/>
          <a:ext cx="0" cy="0"/>
          <a:chOff x="0" y="0"/>
          <a:chExt cx="0" cy="0"/>
        </a:xfrm>
      </p:grpSpPr>
      <p:sp>
        <p:nvSpPr>
          <p:cNvPr id="4" name="正方形/長方形 3"/>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ja-JP" altLang="en-US"/>
          </a:p>
        </p:txBody>
      </p:sp>
      <p:sp>
        <p:nvSpPr>
          <p:cNvPr id="2" name="タイトル 1"/>
          <p:cNvSpPr>
            <a:spLocks noGrp="1"/>
          </p:cNvSpPr>
          <p:nvPr>
            <p:ph type="ctrTitle"/>
          </p:nvPr>
        </p:nvSpPr>
        <p:spPr>
          <a:xfrm>
            <a:off x="4133896" y="1000108"/>
            <a:ext cx="7467616" cy="1928826"/>
          </a:xfrm>
        </p:spPr>
        <p:txBody>
          <a:bodyPr/>
          <a:lstStyle>
            <a:lvl1pPr algn="r">
              <a:defRPr>
                <a:latin typeface="Meiryo UI" panose="020B0604030504040204" pitchFamily="50" charset="-128"/>
                <a:ea typeface="Meiryo UI" panose="020B0604030504040204" pitchFamily="50" charset="-128"/>
              </a:defRPr>
            </a:lvl1pPr>
          </a:lstStyle>
          <a:p>
            <a:r>
              <a:rPr lang="ja-JP" altLang="en-US"/>
              <a:t>マスター タイトルの書式設定</a:t>
            </a:r>
            <a:endParaRPr lang="ja-JP" altLang="en-US" dirty="0"/>
          </a:p>
        </p:txBody>
      </p:sp>
      <p:sp>
        <p:nvSpPr>
          <p:cNvPr id="3" name="サブタイトル 2"/>
          <p:cNvSpPr>
            <a:spLocks noGrp="1"/>
          </p:cNvSpPr>
          <p:nvPr>
            <p:ph type="subTitle" idx="1"/>
          </p:nvPr>
        </p:nvSpPr>
        <p:spPr>
          <a:xfrm>
            <a:off x="4138681" y="2928934"/>
            <a:ext cx="7486643" cy="1428760"/>
          </a:xfrm>
        </p:spPr>
        <p:txBody>
          <a:bodyPr/>
          <a:lstStyle>
            <a:lvl1pPr marL="0" indent="0" algn="r">
              <a:buNone/>
              <a:defRPr>
                <a:solidFill>
                  <a:schemeClr val="tx1">
                    <a:tint val="75000"/>
                  </a:schemeClr>
                </a:solidFill>
                <a:latin typeface="Meiryo UI" panose="020B0604030504040204" pitchFamily="50" charset="-128"/>
                <a:ea typeface="Meiryo UI" panose="020B0604030504040204" pitchFamily="50" charset="-128"/>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ja-JP" altLang="en-US"/>
              <a:t>マスター サブタイトルの書式設定</a:t>
            </a:r>
            <a:endParaRPr lang="ja-JP" altLang="en-US" dirty="0"/>
          </a:p>
        </p:txBody>
      </p:sp>
      <p:sp>
        <p:nvSpPr>
          <p:cNvPr id="25" name="日付プレースホルダ 3"/>
          <p:cNvSpPr>
            <a:spLocks noGrp="1"/>
          </p:cNvSpPr>
          <p:nvPr>
            <p:ph type="dt" sz="half" idx="10"/>
          </p:nvPr>
        </p:nvSpPr>
        <p:spPr>
          <a:xfrm>
            <a:off x="8763000" y="6500813"/>
            <a:ext cx="2844800" cy="222250"/>
          </a:xfrm>
          <a:prstGeom prst="rect">
            <a:avLst/>
          </a:prstGeom>
        </p:spPr>
        <p:txBody>
          <a:bodyPr/>
          <a:lstStyle>
            <a:lvl1pPr>
              <a:defRPr smtClean="0"/>
            </a:lvl1pPr>
          </a:lstStyle>
          <a:p>
            <a:fld id="{1D8AA8BD-6452-4C4E-9B2A-AB954F899779}" type="datetimeFigureOut">
              <a:rPr kumimoji="1" lang="ja-JP" altLang="en-US" smtClean="0"/>
              <a:t>2026/1/8</a:t>
            </a:fld>
            <a:endParaRPr kumimoji="1" lang="ja-JP" altLang="en-US"/>
          </a:p>
        </p:txBody>
      </p:sp>
      <p:sp>
        <p:nvSpPr>
          <p:cNvPr id="26" name="スライド番号プレースホルダ 5"/>
          <p:cNvSpPr>
            <a:spLocks noGrp="1"/>
          </p:cNvSpPr>
          <p:nvPr>
            <p:ph type="sldNum" sz="quarter" idx="11"/>
          </p:nvPr>
        </p:nvSpPr>
        <p:spPr>
          <a:xfrm>
            <a:off x="285709" y="6429397"/>
            <a:ext cx="857256" cy="365125"/>
          </a:xfrm>
          <a:prstGeom prst="rect">
            <a:avLst/>
          </a:prstGeom>
        </p:spPr>
        <p:txBody>
          <a:bodyPr/>
          <a:lstStyle>
            <a:lvl1pPr>
              <a:defRPr smtClean="0"/>
            </a:lvl1pPr>
          </a:lstStyle>
          <a:p>
            <a:fld id="{D62FC8E6-C2BF-4CD1-AEFE-B55A8C62BFE5}" type="slidenum">
              <a:rPr kumimoji="1" lang="ja-JP" altLang="en-US" smtClean="0"/>
              <a:t>‹#›</a:t>
            </a:fld>
            <a:endParaRPr kumimoji="1" lang="ja-JP" altLang="en-US"/>
          </a:p>
        </p:txBody>
      </p:sp>
      <p:grpSp>
        <p:nvGrpSpPr>
          <p:cNvPr id="27" name="グループ化 38"/>
          <p:cNvGrpSpPr>
            <a:grpSpLocks/>
          </p:cNvGrpSpPr>
          <p:nvPr/>
        </p:nvGrpSpPr>
        <p:grpSpPr bwMode="auto">
          <a:xfrm>
            <a:off x="254000" y="555626"/>
            <a:ext cx="6985000" cy="6016625"/>
            <a:chOff x="191212" y="556099"/>
            <a:chExt cx="5238044" cy="6016173"/>
          </a:xfrm>
        </p:grpSpPr>
        <p:sp>
          <p:nvSpPr>
            <p:cNvPr id="28" name="正方形/長方形 27"/>
            <p:cNvSpPr/>
            <p:nvPr/>
          </p:nvSpPr>
          <p:spPr>
            <a:xfrm>
              <a:off x="429305" y="5643655"/>
              <a:ext cx="1142846" cy="28572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ja-JP" altLang="en-US"/>
            </a:p>
          </p:txBody>
        </p:sp>
        <p:sp>
          <p:nvSpPr>
            <p:cNvPr id="29" name="正方形/長方形 28"/>
            <p:cNvSpPr/>
            <p:nvPr/>
          </p:nvSpPr>
          <p:spPr>
            <a:xfrm rot="16200000">
              <a:off x="-381048" y="2771291"/>
              <a:ext cx="1473089" cy="904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ja-JP" altLang="en-US"/>
            </a:p>
          </p:txBody>
        </p:sp>
        <p:sp>
          <p:nvSpPr>
            <p:cNvPr id="30" name="正方形/長方形 29"/>
            <p:cNvSpPr/>
            <p:nvPr/>
          </p:nvSpPr>
          <p:spPr>
            <a:xfrm>
              <a:off x="715016" y="6169077"/>
              <a:ext cx="1142846" cy="4603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ja-JP" altLang="en-US"/>
            </a:p>
          </p:txBody>
        </p:sp>
        <p:sp>
          <p:nvSpPr>
            <p:cNvPr id="31" name="正方形/長方形 30"/>
            <p:cNvSpPr/>
            <p:nvPr/>
          </p:nvSpPr>
          <p:spPr>
            <a:xfrm rot="16200000">
              <a:off x="-211992" y="5967483"/>
              <a:ext cx="1133390" cy="76190"/>
            </a:xfrm>
            <a:prstGeom prst="rect">
              <a:avLst/>
            </a:prstGeom>
            <a:solidFill>
              <a:srgbClr val="CB0C0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ja-JP" altLang="en-US"/>
            </a:p>
          </p:txBody>
        </p:sp>
        <p:sp>
          <p:nvSpPr>
            <p:cNvPr id="32" name="正方形/長方形 31"/>
            <p:cNvSpPr/>
            <p:nvPr/>
          </p:nvSpPr>
          <p:spPr>
            <a:xfrm rot="16200000">
              <a:off x="210227" y="5632549"/>
              <a:ext cx="1073069" cy="209522"/>
            </a:xfrm>
            <a:prstGeom prst="rect">
              <a:avLst/>
            </a:prstGeom>
            <a:solidFill>
              <a:srgbClr val="CB0C0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ja-JP" altLang="en-US"/>
            </a:p>
          </p:txBody>
        </p:sp>
        <p:sp>
          <p:nvSpPr>
            <p:cNvPr id="33" name="正方形/長方形 32"/>
            <p:cNvSpPr/>
            <p:nvPr/>
          </p:nvSpPr>
          <p:spPr>
            <a:xfrm rot="16200000">
              <a:off x="54661" y="3924522"/>
              <a:ext cx="1515948" cy="46031"/>
            </a:xfrm>
            <a:prstGeom prst="rect">
              <a:avLst/>
            </a:prstGeom>
            <a:solidFill>
              <a:srgbClr val="CB0C0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ja-JP" altLang="en-US"/>
            </a:p>
          </p:txBody>
        </p:sp>
        <p:sp>
          <p:nvSpPr>
            <p:cNvPr id="34" name="正方形/長方形 33"/>
            <p:cNvSpPr/>
            <p:nvPr/>
          </p:nvSpPr>
          <p:spPr>
            <a:xfrm rot="16200000">
              <a:off x="-6437" y="4496780"/>
              <a:ext cx="1103229" cy="25396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ja-JP" altLang="en-US"/>
            </a:p>
          </p:txBody>
        </p:sp>
        <p:sp>
          <p:nvSpPr>
            <p:cNvPr id="35" name="正方形/長方形 34"/>
            <p:cNvSpPr/>
            <p:nvPr/>
          </p:nvSpPr>
          <p:spPr>
            <a:xfrm rot="16200000">
              <a:off x="-6437" y="3360215"/>
              <a:ext cx="1103229" cy="25396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ja-JP" altLang="en-US"/>
            </a:p>
          </p:txBody>
        </p:sp>
        <p:sp>
          <p:nvSpPr>
            <p:cNvPr id="36" name="正方形/長方形 35"/>
            <p:cNvSpPr/>
            <p:nvPr/>
          </p:nvSpPr>
          <p:spPr>
            <a:xfrm rot="16200000">
              <a:off x="-211992" y="4824569"/>
              <a:ext cx="1133390" cy="7619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ja-JP" altLang="en-US"/>
            </a:p>
          </p:txBody>
        </p:sp>
        <p:sp>
          <p:nvSpPr>
            <p:cNvPr id="37" name="正方形/長方形 36"/>
            <p:cNvSpPr/>
            <p:nvPr/>
          </p:nvSpPr>
          <p:spPr>
            <a:xfrm rot="16200000">
              <a:off x="356256" y="5410314"/>
              <a:ext cx="1174662" cy="15555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ja-JP" altLang="en-US"/>
            </a:p>
          </p:txBody>
        </p:sp>
        <p:sp>
          <p:nvSpPr>
            <p:cNvPr id="38" name="正方形/長方形 37"/>
            <p:cNvSpPr/>
            <p:nvPr/>
          </p:nvSpPr>
          <p:spPr>
            <a:xfrm rot="16200000">
              <a:off x="547535" y="4390422"/>
              <a:ext cx="798452" cy="161903"/>
            </a:xfrm>
            <a:prstGeom prst="rect">
              <a:avLst/>
            </a:prstGeom>
            <a:solidFill>
              <a:srgbClr val="CB0C0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ja-JP" altLang="en-US"/>
            </a:p>
          </p:txBody>
        </p:sp>
        <p:sp>
          <p:nvSpPr>
            <p:cNvPr id="39" name="正方形/長方形 38"/>
            <p:cNvSpPr/>
            <p:nvPr/>
          </p:nvSpPr>
          <p:spPr>
            <a:xfrm>
              <a:off x="2572141" y="6072248"/>
              <a:ext cx="1174592" cy="1539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ja-JP" altLang="en-US"/>
            </a:p>
          </p:txBody>
        </p:sp>
        <p:sp>
          <p:nvSpPr>
            <p:cNvPr id="40" name="正方形/長方形 39"/>
            <p:cNvSpPr/>
            <p:nvPr/>
          </p:nvSpPr>
          <p:spPr>
            <a:xfrm>
              <a:off x="1730879" y="6075422"/>
              <a:ext cx="819040" cy="90480"/>
            </a:xfrm>
            <a:prstGeom prst="rect">
              <a:avLst/>
            </a:prstGeom>
            <a:solidFill>
              <a:srgbClr val="CB0C0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ja-JP" altLang="en-US"/>
            </a:p>
          </p:txBody>
        </p:sp>
        <p:sp>
          <p:nvSpPr>
            <p:cNvPr id="41" name="正方形/長方形 40"/>
            <p:cNvSpPr/>
            <p:nvPr/>
          </p:nvSpPr>
          <p:spPr>
            <a:xfrm>
              <a:off x="191212" y="6332578"/>
              <a:ext cx="1176179" cy="201597"/>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ja-JP" altLang="en-US"/>
            </a:p>
          </p:txBody>
        </p:sp>
        <p:sp>
          <p:nvSpPr>
            <p:cNvPr id="42" name="正方形/長方形 41"/>
            <p:cNvSpPr/>
            <p:nvPr/>
          </p:nvSpPr>
          <p:spPr>
            <a:xfrm>
              <a:off x="1383264" y="6324641"/>
              <a:ext cx="819040" cy="207947"/>
            </a:xfrm>
            <a:prstGeom prst="rect">
              <a:avLst/>
            </a:prstGeom>
            <a:solidFill>
              <a:srgbClr val="CB0C0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ja-JP" altLang="en-US"/>
            </a:p>
          </p:txBody>
        </p:sp>
        <p:sp>
          <p:nvSpPr>
            <p:cNvPr id="43" name="正方形/長方形 42"/>
            <p:cNvSpPr/>
            <p:nvPr/>
          </p:nvSpPr>
          <p:spPr>
            <a:xfrm rot="16200000">
              <a:off x="-424700" y="1291058"/>
              <a:ext cx="1515949" cy="46031"/>
            </a:xfrm>
            <a:prstGeom prst="rect">
              <a:avLst/>
            </a:prstGeom>
            <a:solidFill>
              <a:srgbClr val="CB0C0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ja-JP" altLang="en-US"/>
            </a:p>
          </p:txBody>
        </p:sp>
        <p:sp>
          <p:nvSpPr>
            <p:cNvPr id="44" name="正方形/長方形 43"/>
            <p:cNvSpPr/>
            <p:nvPr/>
          </p:nvSpPr>
          <p:spPr>
            <a:xfrm>
              <a:off x="3419752" y="6238922"/>
              <a:ext cx="2009504" cy="47621"/>
            </a:xfrm>
            <a:prstGeom prst="rect">
              <a:avLst/>
            </a:prstGeom>
            <a:solidFill>
              <a:srgbClr val="CB0C0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ja-JP" altLang="en-US"/>
            </a:p>
          </p:txBody>
        </p:sp>
        <p:sp>
          <p:nvSpPr>
            <p:cNvPr id="45" name="正方形/長方形 44"/>
            <p:cNvSpPr/>
            <p:nvPr/>
          </p:nvSpPr>
          <p:spPr>
            <a:xfrm>
              <a:off x="2215002" y="6481792"/>
              <a:ext cx="1515858" cy="5079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ja-JP" altLang="en-US"/>
            </a:p>
          </p:txBody>
        </p:sp>
      </p:grpSp>
      <p:pic>
        <p:nvPicPr>
          <p:cNvPr id="46" name="Picture 2" descr="C:\Documents and Settings\hiroyuki.watanabe\My Documents\eXmotion\販促\ロゴ\黒字_背景透明_2100x660.png">
            <a:extLst>
              <a:ext uri="{FF2B5EF4-FFF2-40B4-BE49-F238E27FC236}">
                <a16:creationId xmlns:a16="http://schemas.microsoft.com/office/drawing/2014/main" id="{394CF75F-AB14-44F0-885A-2858367CF70B}"/>
              </a:ext>
            </a:extLst>
          </p:cNvPr>
          <p:cNvPicPr>
            <a:picLocks noChangeAspect="1" noChangeArrowheads="1"/>
          </p:cNvPicPr>
          <p:nvPr/>
        </p:nvPicPr>
        <p:blipFill>
          <a:blip r:embed="rId2" cstate="print"/>
          <a:srcRect/>
          <a:stretch>
            <a:fillRect/>
          </a:stretch>
        </p:blipFill>
        <p:spPr bwMode="auto">
          <a:xfrm>
            <a:off x="8305026" y="5157192"/>
            <a:ext cx="3320298" cy="1043522"/>
          </a:xfrm>
          <a:prstGeom prst="rect">
            <a:avLst/>
          </a:prstGeom>
          <a:noFill/>
        </p:spPr>
      </p:pic>
    </p:spTree>
    <p:extLst>
      <p:ext uri="{BB962C8B-B14F-4D97-AF65-F5344CB8AC3E}">
        <p14:creationId xmlns:p14="http://schemas.microsoft.com/office/powerpoint/2010/main" val="5507071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285710" y="142852"/>
            <a:ext cx="11620581" cy="725470"/>
          </a:xfrm>
        </p:spPr>
        <p:txBody>
          <a:bodyPr>
            <a:normAutofit/>
          </a:bodyPr>
          <a:lstStyle>
            <a:lvl1pPr algn="l">
              <a:defRPr sz="3600">
                <a:latin typeface="+mn-ea"/>
                <a:ea typeface="+mn-ea"/>
              </a:defRPr>
            </a:lvl1pPr>
          </a:lstStyle>
          <a:p>
            <a:r>
              <a:rPr kumimoji="1" lang="ja-JP" altLang="en-US"/>
              <a:t>マスター タイトルの書式設定</a:t>
            </a:r>
            <a:endParaRPr kumimoji="1" lang="ja-JP" altLang="en-US" dirty="0"/>
          </a:p>
        </p:txBody>
      </p:sp>
      <p:sp>
        <p:nvSpPr>
          <p:cNvPr id="3" name="コンテンツ プレースホルダ 2"/>
          <p:cNvSpPr>
            <a:spLocks noGrp="1"/>
          </p:cNvSpPr>
          <p:nvPr>
            <p:ph idx="1"/>
          </p:nvPr>
        </p:nvSpPr>
        <p:spPr>
          <a:xfrm>
            <a:off x="285710" y="1285861"/>
            <a:ext cx="11620581" cy="5085122"/>
          </a:xfrm>
        </p:spPr>
        <p:txBody>
          <a:bodyPr/>
          <a:lstStyle>
            <a:lvl1pPr marL="357188" indent="-357188">
              <a:buClr>
                <a:srgbClr val="C00000"/>
              </a:buClr>
              <a:buSzPct val="70000"/>
              <a:buFont typeface="ＭＳ Ｐゴシック" pitchFamily="50" charset="-128"/>
              <a:buChar char="▊"/>
              <a:defRPr sz="2400" baseline="0">
                <a:latin typeface="+mn-ea"/>
                <a:ea typeface="+mn-ea"/>
              </a:defRPr>
            </a:lvl1pPr>
            <a:lvl2pPr marL="712788" indent="-273050">
              <a:buClr>
                <a:srgbClr val="CC0C0C"/>
              </a:buClr>
              <a:buSzPct val="90000"/>
              <a:buFontTx/>
              <a:buBlip>
                <a:blip r:embed="rId2"/>
              </a:buBlip>
              <a:defRPr sz="2000" baseline="0">
                <a:latin typeface="+mn-ea"/>
                <a:ea typeface="+mn-ea"/>
              </a:defRPr>
            </a:lvl2pPr>
            <a:lvl3pPr marL="1079500" indent="-265113">
              <a:buClr>
                <a:srgbClr val="C00000"/>
              </a:buClr>
              <a:buSzPct val="80000"/>
              <a:buFont typeface="Wingdings" pitchFamily="2" charset="2"/>
              <a:buChar char="n"/>
              <a:defRPr sz="1800" baseline="0">
                <a:latin typeface="+mn-ea"/>
                <a:ea typeface="+mn-ea"/>
              </a:defRPr>
            </a:lvl3pPr>
            <a:lvl4pPr marL="1347788" indent="-228600">
              <a:buClr>
                <a:srgbClr val="CC0C0C"/>
              </a:buClr>
              <a:buSzPct val="90000"/>
              <a:buFont typeface="Wingdings" pitchFamily="2" charset="2"/>
              <a:buChar char="l"/>
              <a:defRPr sz="1600" baseline="0">
                <a:latin typeface="+mn-ea"/>
                <a:ea typeface="+mn-ea"/>
              </a:defRPr>
            </a:lvl4pPr>
            <a:lvl5pPr marL="1616075" indent="-228600">
              <a:buClr>
                <a:schemeClr val="tx1">
                  <a:lumMod val="65000"/>
                  <a:lumOff val="35000"/>
                </a:schemeClr>
              </a:buClr>
              <a:buSzPct val="80000"/>
              <a:buFontTx/>
              <a:buBlip>
                <a:blip r:embed="rId3"/>
              </a:buBlip>
              <a:defRPr sz="1800" baseline="0">
                <a:latin typeface="+mn-ea"/>
                <a:ea typeface="+mn-ea"/>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p:txBody>
      </p:sp>
      <p:sp>
        <p:nvSpPr>
          <p:cNvPr id="12" name="正方形/長方形 11"/>
          <p:cNvSpPr/>
          <p:nvPr/>
        </p:nvSpPr>
        <p:spPr>
          <a:xfrm>
            <a:off x="1428717" y="928671"/>
            <a:ext cx="2095515" cy="71438"/>
          </a:xfrm>
          <a:prstGeom prst="rect">
            <a:avLst/>
          </a:prstGeom>
          <a:solidFill>
            <a:srgbClr val="000000"/>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正方形/長方形 12"/>
          <p:cNvSpPr/>
          <p:nvPr/>
        </p:nvSpPr>
        <p:spPr>
          <a:xfrm>
            <a:off x="12658" y="928670"/>
            <a:ext cx="1416060" cy="142876"/>
          </a:xfrm>
          <a:prstGeom prst="rect">
            <a:avLst/>
          </a:prstGeom>
          <a:solidFill>
            <a:srgbClr val="CC0C0C"/>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正方形/長方形 13"/>
          <p:cNvSpPr/>
          <p:nvPr/>
        </p:nvSpPr>
        <p:spPr>
          <a:xfrm>
            <a:off x="2476475" y="1000109"/>
            <a:ext cx="2381267" cy="71437"/>
          </a:xfrm>
          <a:prstGeom prst="rect">
            <a:avLst/>
          </a:prstGeom>
          <a:solidFill>
            <a:srgbClr val="CC0C0C"/>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正方形/長方形 14"/>
          <p:cNvSpPr/>
          <p:nvPr/>
        </p:nvSpPr>
        <p:spPr>
          <a:xfrm>
            <a:off x="3524233" y="928670"/>
            <a:ext cx="4000528" cy="71438"/>
          </a:xfrm>
          <a:prstGeom prst="rect">
            <a:avLst/>
          </a:prstGeom>
          <a:solidFill>
            <a:srgbClr val="CC0C0C"/>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正方形/長方形 17"/>
          <p:cNvSpPr/>
          <p:nvPr/>
        </p:nvSpPr>
        <p:spPr>
          <a:xfrm>
            <a:off x="12658" y="1071547"/>
            <a:ext cx="844556" cy="71438"/>
          </a:xfrm>
          <a:prstGeom prst="rect">
            <a:avLst/>
          </a:prstGeom>
          <a:solidFill>
            <a:srgbClr val="000000"/>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正方形/長方形 19"/>
          <p:cNvSpPr/>
          <p:nvPr/>
        </p:nvSpPr>
        <p:spPr>
          <a:xfrm>
            <a:off x="11036293" y="1000108"/>
            <a:ext cx="1143008" cy="71438"/>
          </a:xfrm>
          <a:prstGeom prst="rect">
            <a:avLst/>
          </a:prstGeom>
          <a:solidFill>
            <a:srgbClr val="000000"/>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正方形/長方形 21"/>
          <p:cNvSpPr/>
          <p:nvPr/>
        </p:nvSpPr>
        <p:spPr>
          <a:xfrm>
            <a:off x="11988841" y="928671"/>
            <a:ext cx="190459" cy="71437"/>
          </a:xfrm>
          <a:prstGeom prst="rect">
            <a:avLst/>
          </a:prstGeom>
          <a:solidFill>
            <a:srgbClr val="CC0C0C"/>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正方形/長方形 15"/>
          <p:cNvSpPr/>
          <p:nvPr/>
        </p:nvSpPr>
        <p:spPr>
          <a:xfrm>
            <a:off x="1428717" y="928671"/>
            <a:ext cx="2095515" cy="71438"/>
          </a:xfrm>
          <a:prstGeom prst="rect">
            <a:avLst/>
          </a:prstGeom>
          <a:solidFill>
            <a:srgbClr val="000000"/>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正方形/長方形 16"/>
          <p:cNvSpPr/>
          <p:nvPr/>
        </p:nvSpPr>
        <p:spPr>
          <a:xfrm>
            <a:off x="12658" y="928670"/>
            <a:ext cx="1416060" cy="142876"/>
          </a:xfrm>
          <a:prstGeom prst="rect">
            <a:avLst/>
          </a:prstGeom>
          <a:solidFill>
            <a:srgbClr val="CC0C0C"/>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正方形/長方形 18"/>
          <p:cNvSpPr/>
          <p:nvPr/>
        </p:nvSpPr>
        <p:spPr>
          <a:xfrm>
            <a:off x="2476475" y="1000109"/>
            <a:ext cx="2381267" cy="71437"/>
          </a:xfrm>
          <a:prstGeom prst="rect">
            <a:avLst/>
          </a:prstGeom>
          <a:solidFill>
            <a:srgbClr val="CC0C0C"/>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正方形/長方形 20"/>
          <p:cNvSpPr/>
          <p:nvPr/>
        </p:nvSpPr>
        <p:spPr>
          <a:xfrm>
            <a:off x="3524233" y="928670"/>
            <a:ext cx="4000528" cy="71438"/>
          </a:xfrm>
          <a:prstGeom prst="rect">
            <a:avLst/>
          </a:prstGeom>
          <a:solidFill>
            <a:srgbClr val="CC0C0C"/>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正方形/長方形 22"/>
          <p:cNvSpPr/>
          <p:nvPr/>
        </p:nvSpPr>
        <p:spPr>
          <a:xfrm>
            <a:off x="12658" y="1071547"/>
            <a:ext cx="844556" cy="71438"/>
          </a:xfrm>
          <a:prstGeom prst="rect">
            <a:avLst/>
          </a:prstGeom>
          <a:solidFill>
            <a:srgbClr val="000000"/>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正方形/長方形 23"/>
          <p:cNvSpPr/>
          <p:nvPr/>
        </p:nvSpPr>
        <p:spPr>
          <a:xfrm>
            <a:off x="11036293" y="1000108"/>
            <a:ext cx="1143008" cy="71438"/>
          </a:xfrm>
          <a:prstGeom prst="rect">
            <a:avLst/>
          </a:prstGeom>
          <a:solidFill>
            <a:srgbClr val="000000"/>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正方形/長方形 24"/>
          <p:cNvSpPr/>
          <p:nvPr/>
        </p:nvSpPr>
        <p:spPr>
          <a:xfrm>
            <a:off x="11988841" y="928671"/>
            <a:ext cx="190459" cy="71437"/>
          </a:xfrm>
          <a:prstGeom prst="rect">
            <a:avLst/>
          </a:prstGeom>
          <a:solidFill>
            <a:srgbClr val="CC0C0C"/>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41192184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セクション見出し">
    <p:spTree>
      <p:nvGrpSpPr>
        <p:cNvPr id="1" name=""/>
        <p:cNvGrpSpPr/>
        <p:nvPr/>
      </p:nvGrpSpPr>
      <p:grpSpPr>
        <a:xfrm>
          <a:off x="0" y="0"/>
          <a:ext cx="0" cy="0"/>
          <a:chOff x="0" y="0"/>
          <a:chExt cx="0" cy="0"/>
        </a:xfrm>
      </p:grpSpPr>
      <p:sp>
        <p:nvSpPr>
          <p:cNvPr id="7" name="タイトル 1"/>
          <p:cNvSpPr>
            <a:spLocks noGrp="1"/>
          </p:cNvSpPr>
          <p:nvPr>
            <p:ph type="ctrTitle"/>
          </p:nvPr>
        </p:nvSpPr>
        <p:spPr>
          <a:xfrm>
            <a:off x="2000221" y="3127380"/>
            <a:ext cx="10001320" cy="1285883"/>
          </a:xfrm>
        </p:spPr>
        <p:txBody>
          <a:bodyPr anchor="b" anchorCtr="0">
            <a:normAutofit/>
          </a:bodyPr>
          <a:lstStyle>
            <a:lvl1pPr algn="r">
              <a:defRPr sz="4000">
                <a:latin typeface="+mn-ea"/>
                <a:ea typeface="+mn-ea"/>
              </a:defRPr>
            </a:lvl1pPr>
          </a:lstStyle>
          <a:p>
            <a:r>
              <a:rPr kumimoji="1" lang="ja-JP" altLang="en-US"/>
              <a:t>マスター タイトルの書式設定</a:t>
            </a:r>
            <a:endParaRPr kumimoji="1" lang="ja-JP" altLang="en-US" dirty="0"/>
          </a:p>
        </p:txBody>
      </p:sp>
      <p:sp>
        <p:nvSpPr>
          <p:cNvPr id="8" name="サブタイトル 2"/>
          <p:cNvSpPr>
            <a:spLocks noGrp="1"/>
          </p:cNvSpPr>
          <p:nvPr>
            <p:ph type="subTitle" idx="1"/>
          </p:nvPr>
        </p:nvSpPr>
        <p:spPr>
          <a:xfrm>
            <a:off x="3428981" y="5127643"/>
            <a:ext cx="8534400" cy="508001"/>
          </a:xfrm>
        </p:spPr>
        <p:txBody>
          <a:bodyPr/>
          <a:lstStyle>
            <a:lvl1pPr marL="0" indent="0" algn="r">
              <a:buNone/>
              <a:defRPr sz="2800">
                <a:solidFill>
                  <a:schemeClr val="tx1">
                    <a:tint val="75000"/>
                  </a:schemeClr>
                </a:solidFill>
                <a:latin typeface="+mn-ea"/>
                <a:ea typeface="+mn-ea"/>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1" lang="ja-JP" altLang="en-US"/>
              <a:t>マスター サブタイトルの書式設定</a:t>
            </a:r>
            <a:endParaRPr kumimoji="1" lang="ja-JP" altLang="en-US" dirty="0"/>
          </a:p>
        </p:txBody>
      </p:sp>
      <p:sp>
        <p:nvSpPr>
          <p:cNvPr id="9" name="正方形/長方形 8"/>
          <p:cNvSpPr/>
          <p:nvPr/>
        </p:nvSpPr>
        <p:spPr>
          <a:xfrm>
            <a:off x="8166115" y="4484701"/>
            <a:ext cx="2209816" cy="107157"/>
          </a:xfrm>
          <a:prstGeom prst="rect">
            <a:avLst/>
          </a:prstGeom>
          <a:solidFill>
            <a:srgbClr val="000000"/>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正方形/長方形 9"/>
          <p:cNvSpPr/>
          <p:nvPr/>
        </p:nvSpPr>
        <p:spPr>
          <a:xfrm>
            <a:off x="10356880" y="4484700"/>
            <a:ext cx="1809720" cy="214314"/>
          </a:xfrm>
          <a:prstGeom prst="rect">
            <a:avLst/>
          </a:prstGeom>
          <a:solidFill>
            <a:srgbClr val="CC0C0C"/>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正方形/長方形 10"/>
          <p:cNvSpPr/>
          <p:nvPr/>
        </p:nvSpPr>
        <p:spPr>
          <a:xfrm>
            <a:off x="5213344" y="4591858"/>
            <a:ext cx="4591083" cy="107157"/>
          </a:xfrm>
          <a:prstGeom prst="rect">
            <a:avLst/>
          </a:prstGeom>
          <a:solidFill>
            <a:srgbClr val="CC0C0C"/>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正方形/長方形 11"/>
          <p:cNvSpPr/>
          <p:nvPr/>
        </p:nvSpPr>
        <p:spPr>
          <a:xfrm>
            <a:off x="1974822" y="4484702"/>
            <a:ext cx="6191295" cy="107157"/>
          </a:xfrm>
          <a:prstGeom prst="rect">
            <a:avLst/>
          </a:prstGeom>
          <a:solidFill>
            <a:srgbClr val="CC0C0C"/>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正方形/長方形 12"/>
          <p:cNvSpPr/>
          <p:nvPr/>
        </p:nvSpPr>
        <p:spPr>
          <a:xfrm>
            <a:off x="7499360" y="4699014"/>
            <a:ext cx="2857520" cy="214314"/>
          </a:xfrm>
          <a:prstGeom prst="rect">
            <a:avLst/>
          </a:prstGeom>
          <a:solidFill>
            <a:srgbClr val="000000"/>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正方形/長方形 13"/>
          <p:cNvSpPr/>
          <p:nvPr/>
        </p:nvSpPr>
        <p:spPr>
          <a:xfrm>
            <a:off x="6451603" y="4699015"/>
            <a:ext cx="1047757" cy="107157"/>
          </a:xfrm>
          <a:prstGeom prst="rect">
            <a:avLst/>
          </a:prstGeom>
          <a:solidFill>
            <a:srgbClr val="000000"/>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正方形/長方形 14"/>
          <p:cNvSpPr/>
          <p:nvPr/>
        </p:nvSpPr>
        <p:spPr>
          <a:xfrm>
            <a:off x="10356880" y="4699015"/>
            <a:ext cx="1809720" cy="107157"/>
          </a:xfrm>
          <a:prstGeom prst="rect">
            <a:avLst/>
          </a:prstGeom>
          <a:solidFill>
            <a:srgbClr val="000000"/>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正方形/長方形 15"/>
          <p:cNvSpPr/>
          <p:nvPr/>
        </p:nvSpPr>
        <p:spPr>
          <a:xfrm>
            <a:off x="10833134" y="4913329"/>
            <a:ext cx="762005" cy="107157"/>
          </a:xfrm>
          <a:prstGeom prst="rect">
            <a:avLst/>
          </a:prstGeom>
          <a:solidFill>
            <a:srgbClr val="CC0C0C"/>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スライド番号プレースホルダ 5"/>
          <p:cNvSpPr>
            <a:spLocks noGrp="1"/>
          </p:cNvSpPr>
          <p:nvPr>
            <p:ph type="sldNum" sz="quarter" idx="4"/>
          </p:nvPr>
        </p:nvSpPr>
        <p:spPr>
          <a:xfrm>
            <a:off x="285709" y="6429397"/>
            <a:ext cx="857256" cy="365125"/>
          </a:xfrm>
          <a:prstGeom prst="rect">
            <a:avLst/>
          </a:prstGeom>
        </p:spPr>
        <p:txBody>
          <a:bodyPr/>
          <a:lstStyle>
            <a:lvl1pPr algn="l">
              <a:defRPr/>
            </a:lvl1pPr>
          </a:lstStyle>
          <a:p>
            <a:fld id="{D62FC8E6-C2BF-4CD1-AEFE-B55A8C62BFE5}" type="slidenum">
              <a:rPr kumimoji="1" lang="ja-JP" altLang="en-US" smtClean="0"/>
              <a:t>‹#›</a:t>
            </a:fld>
            <a:endParaRPr kumimoji="1" lang="ja-JP" altLang="en-US"/>
          </a:p>
        </p:txBody>
      </p:sp>
      <p:sp>
        <p:nvSpPr>
          <p:cNvPr id="17" name="正方形/長方形 16"/>
          <p:cNvSpPr/>
          <p:nvPr/>
        </p:nvSpPr>
        <p:spPr>
          <a:xfrm>
            <a:off x="8166115" y="4484701"/>
            <a:ext cx="2209816" cy="107157"/>
          </a:xfrm>
          <a:prstGeom prst="rect">
            <a:avLst/>
          </a:prstGeom>
          <a:solidFill>
            <a:srgbClr val="000000"/>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正方形/長方形 18"/>
          <p:cNvSpPr/>
          <p:nvPr/>
        </p:nvSpPr>
        <p:spPr>
          <a:xfrm>
            <a:off x="10356880" y="4484700"/>
            <a:ext cx="1809720" cy="214314"/>
          </a:xfrm>
          <a:prstGeom prst="rect">
            <a:avLst/>
          </a:prstGeom>
          <a:solidFill>
            <a:srgbClr val="CC0C0C"/>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正方形/長方形 19"/>
          <p:cNvSpPr/>
          <p:nvPr/>
        </p:nvSpPr>
        <p:spPr>
          <a:xfrm>
            <a:off x="5213344" y="4591858"/>
            <a:ext cx="4591083" cy="107157"/>
          </a:xfrm>
          <a:prstGeom prst="rect">
            <a:avLst/>
          </a:prstGeom>
          <a:solidFill>
            <a:srgbClr val="CC0C0C"/>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正方形/長方形 20"/>
          <p:cNvSpPr/>
          <p:nvPr/>
        </p:nvSpPr>
        <p:spPr>
          <a:xfrm>
            <a:off x="1974822" y="4484702"/>
            <a:ext cx="6191295" cy="107157"/>
          </a:xfrm>
          <a:prstGeom prst="rect">
            <a:avLst/>
          </a:prstGeom>
          <a:solidFill>
            <a:srgbClr val="CC0C0C"/>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正方形/長方形 21"/>
          <p:cNvSpPr/>
          <p:nvPr/>
        </p:nvSpPr>
        <p:spPr>
          <a:xfrm>
            <a:off x="7499360" y="4699014"/>
            <a:ext cx="2857520" cy="214314"/>
          </a:xfrm>
          <a:prstGeom prst="rect">
            <a:avLst/>
          </a:prstGeom>
          <a:solidFill>
            <a:srgbClr val="000000"/>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正方形/長方形 22"/>
          <p:cNvSpPr/>
          <p:nvPr/>
        </p:nvSpPr>
        <p:spPr>
          <a:xfrm>
            <a:off x="6451603" y="4699015"/>
            <a:ext cx="1047757" cy="107157"/>
          </a:xfrm>
          <a:prstGeom prst="rect">
            <a:avLst/>
          </a:prstGeom>
          <a:solidFill>
            <a:srgbClr val="000000"/>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正方形/長方形 23"/>
          <p:cNvSpPr/>
          <p:nvPr/>
        </p:nvSpPr>
        <p:spPr>
          <a:xfrm>
            <a:off x="10356880" y="4699015"/>
            <a:ext cx="1809720" cy="107157"/>
          </a:xfrm>
          <a:prstGeom prst="rect">
            <a:avLst/>
          </a:prstGeom>
          <a:solidFill>
            <a:srgbClr val="000000"/>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正方形/長方形 24"/>
          <p:cNvSpPr/>
          <p:nvPr/>
        </p:nvSpPr>
        <p:spPr>
          <a:xfrm>
            <a:off x="10833134" y="4913329"/>
            <a:ext cx="762005" cy="107157"/>
          </a:xfrm>
          <a:prstGeom prst="rect">
            <a:avLst/>
          </a:prstGeom>
          <a:solidFill>
            <a:srgbClr val="CC0C0C"/>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3434754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2 つのコンテンツ">
    <p:spTree>
      <p:nvGrpSpPr>
        <p:cNvPr id="1" name=""/>
        <p:cNvGrpSpPr/>
        <p:nvPr/>
      </p:nvGrpSpPr>
      <p:grpSpPr>
        <a:xfrm>
          <a:off x="0" y="0"/>
          <a:ext cx="0" cy="0"/>
          <a:chOff x="0" y="0"/>
          <a:chExt cx="0" cy="0"/>
        </a:xfrm>
      </p:grpSpPr>
      <p:sp>
        <p:nvSpPr>
          <p:cNvPr id="8" name="タイトル 1"/>
          <p:cNvSpPr>
            <a:spLocks noGrp="1"/>
          </p:cNvSpPr>
          <p:nvPr>
            <p:ph type="title"/>
          </p:nvPr>
        </p:nvSpPr>
        <p:spPr>
          <a:xfrm>
            <a:off x="285710" y="142852"/>
            <a:ext cx="11620581" cy="725470"/>
          </a:xfrm>
        </p:spPr>
        <p:txBody>
          <a:bodyPr>
            <a:normAutofit/>
          </a:bodyPr>
          <a:lstStyle>
            <a:lvl1pPr algn="l">
              <a:defRPr sz="4000">
                <a:latin typeface="+mn-ea"/>
                <a:ea typeface="+mn-ea"/>
              </a:defRPr>
            </a:lvl1pPr>
          </a:lstStyle>
          <a:p>
            <a:r>
              <a:rPr kumimoji="1" lang="ja-JP" altLang="en-US"/>
              <a:t>マスター タイトルの書式設定</a:t>
            </a:r>
            <a:endParaRPr kumimoji="1" lang="ja-JP" altLang="en-US" dirty="0"/>
          </a:p>
        </p:txBody>
      </p:sp>
      <p:sp>
        <p:nvSpPr>
          <p:cNvPr id="9" name="正方形/長方形 8"/>
          <p:cNvSpPr/>
          <p:nvPr/>
        </p:nvSpPr>
        <p:spPr>
          <a:xfrm>
            <a:off x="1428717" y="928671"/>
            <a:ext cx="2095515" cy="71438"/>
          </a:xfrm>
          <a:prstGeom prst="rect">
            <a:avLst/>
          </a:prstGeom>
          <a:solidFill>
            <a:srgbClr val="000000"/>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正方形/長方形 9"/>
          <p:cNvSpPr/>
          <p:nvPr/>
        </p:nvSpPr>
        <p:spPr>
          <a:xfrm>
            <a:off x="12658" y="928670"/>
            <a:ext cx="1416060" cy="142876"/>
          </a:xfrm>
          <a:prstGeom prst="rect">
            <a:avLst/>
          </a:prstGeom>
          <a:solidFill>
            <a:srgbClr val="CC0C0C"/>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正方形/長方形 10"/>
          <p:cNvSpPr/>
          <p:nvPr/>
        </p:nvSpPr>
        <p:spPr>
          <a:xfrm>
            <a:off x="2476475" y="1000109"/>
            <a:ext cx="2381267" cy="71437"/>
          </a:xfrm>
          <a:prstGeom prst="rect">
            <a:avLst/>
          </a:prstGeom>
          <a:solidFill>
            <a:srgbClr val="CC0C0C"/>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正方形/長方形 11"/>
          <p:cNvSpPr/>
          <p:nvPr/>
        </p:nvSpPr>
        <p:spPr>
          <a:xfrm>
            <a:off x="3524233" y="928670"/>
            <a:ext cx="4000528" cy="71438"/>
          </a:xfrm>
          <a:prstGeom prst="rect">
            <a:avLst/>
          </a:prstGeom>
          <a:solidFill>
            <a:srgbClr val="CC0C0C"/>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正方形/長方形 12"/>
          <p:cNvSpPr/>
          <p:nvPr/>
        </p:nvSpPr>
        <p:spPr>
          <a:xfrm>
            <a:off x="12658" y="1071547"/>
            <a:ext cx="844556" cy="71438"/>
          </a:xfrm>
          <a:prstGeom prst="rect">
            <a:avLst/>
          </a:prstGeom>
          <a:solidFill>
            <a:srgbClr val="000000"/>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正方形/長方形 13"/>
          <p:cNvSpPr/>
          <p:nvPr/>
        </p:nvSpPr>
        <p:spPr>
          <a:xfrm>
            <a:off x="11036293" y="1000108"/>
            <a:ext cx="1143008" cy="71438"/>
          </a:xfrm>
          <a:prstGeom prst="rect">
            <a:avLst/>
          </a:prstGeom>
          <a:solidFill>
            <a:srgbClr val="000000"/>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正方形/長方形 14"/>
          <p:cNvSpPr/>
          <p:nvPr/>
        </p:nvSpPr>
        <p:spPr>
          <a:xfrm>
            <a:off x="11988841" y="928671"/>
            <a:ext cx="190459" cy="71437"/>
          </a:xfrm>
          <a:prstGeom prst="rect">
            <a:avLst/>
          </a:prstGeom>
          <a:solidFill>
            <a:srgbClr val="CC0C0C"/>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コンテンツ プレースホルダ 2"/>
          <p:cNvSpPr>
            <a:spLocks noGrp="1"/>
          </p:cNvSpPr>
          <p:nvPr>
            <p:ph idx="13"/>
          </p:nvPr>
        </p:nvSpPr>
        <p:spPr>
          <a:xfrm>
            <a:off x="285710" y="1285861"/>
            <a:ext cx="5619789" cy="4840303"/>
          </a:xfrm>
        </p:spPr>
        <p:txBody>
          <a:bodyPr/>
          <a:lstStyle>
            <a:lvl1pPr marL="357188" indent="-357188">
              <a:buClr>
                <a:srgbClr val="000000"/>
              </a:buClr>
              <a:buSzPct val="70000"/>
              <a:buFont typeface="ＭＳ Ｐゴシック" pitchFamily="50" charset="-128"/>
              <a:buChar char="▊"/>
              <a:defRPr sz="2800" baseline="0">
                <a:latin typeface="+mn-ea"/>
                <a:ea typeface="+mn-ea"/>
              </a:defRPr>
            </a:lvl1pPr>
            <a:lvl2pPr marL="712788" indent="-273050">
              <a:buClr>
                <a:srgbClr val="CC0C0C"/>
              </a:buClr>
              <a:buSzPct val="90000"/>
              <a:buFontTx/>
              <a:buBlip>
                <a:blip r:embed="rId2"/>
              </a:buBlip>
              <a:defRPr sz="2400" baseline="0">
                <a:latin typeface="+mn-ea"/>
                <a:ea typeface="+mn-ea"/>
              </a:defRPr>
            </a:lvl2pPr>
            <a:lvl3pPr marL="1079500" indent="-265113">
              <a:buClr>
                <a:schemeClr val="tx1">
                  <a:lumMod val="75000"/>
                  <a:lumOff val="25000"/>
                </a:schemeClr>
              </a:buClr>
              <a:buSzPct val="80000"/>
              <a:buFont typeface="Wingdings" pitchFamily="2" charset="2"/>
              <a:buChar char="n"/>
              <a:defRPr sz="2000" baseline="0">
                <a:latin typeface="+mn-ea"/>
                <a:ea typeface="+mn-ea"/>
              </a:defRPr>
            </a:lvl3pPr>
            <a:lvl4pPr marL="1347788" indent="-228600">
              <a:buClr>
                <a:srgbClr val="CC0C0C"/>
              </a:buClr>
              <a:buSzPct val="90000"/>
              <a:buFont typeface="Wingdings" pitchFamily="2" charset="2"/>
              <a:buChar char="l"/>
              <a:defRPr sz="1800" baseline="0">
                <a:latin typeface="+mn-ea"/>
                <a:ea typeface="+mn-ea"/>
              </a:defRPr>
            </a:lvl4pPr>
            <a:lvl5pPr marL="1616075" indent="-228600">
              <a:buClr>
                <a:schemeClr val="tx1">
                  <a:lumMod val="65000"/>
                  <a:lumOff val="35000"/>
                </a:schemeClr>
              </a:buClr>
              <a:buSzPct val="80000"/>
              <a:buFontTx/>
              <a:buBlip>
                <a:blip r:embed="rId3"/>
              </a:buBlip>
              <a:defRPr sz="1800" baseline="0">
                <a:latin typeface="+mn-ea"/>
                <a:ea typeface="+mn-ea"/>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
        <p:nvSpPr>
          <p:cNvPr id="18" name="コンテンツ プレースホルダ 2"/>
          <p:cNvSpPr>
            <a:spLocks noGrp="1"/>
          </p:cNvSpPr>
          <p:nvPr>
            <p:ph idx="14"/>
          </p:nvPr>
        </p:nvSpPr>
        <p:spPr>
          <a:xfrm>
            <a:off x="6286502" y="1285861"/>
            <a:ext cx="5619789" cy="4840303"/>
          </a:xfrm>
        </p:spPr>
        <p:txBody>
          <a:bodyPr/>
          <a:lstStyle>
            <a:lvl1pPr marL="357188" indent="-357188">
              <a:buClr>
                <a:srgbClr val="000000"/>
              </a:buClr>
              <a:buSzPct val="70000"/>
              <a:buFont typeface="ＭＳ Ｐゴシック" pitchFamily="50" charset="-128"/>
              <a:buChar char="▊"/>
              <a:defRPr sz="2800" baseline="0">
                <a:latin typeface="+mn-ea"/>
                <a:ea typeface="+mn-ea"/>
              </a:defRPr>
            </a:lvl1pPr>
            <a:lvl2pPr marL="712788" indent="-273050">
              <a:buClr>
                <a:srgbClr val="CC0C0C"/>
              </a:buClr>
              <a:buSzPct val="90000"/>
              <a:buFontTx/>
              <a:buBlip>
                <a:blip r:embed="rId2"/>
              </a:buBlip>
              <a:defRPr sz="2400" baseline="0">
                <a:latin typeface="+mn-ea"/>
                <a:ea typeface="+mn-ea"/>
              </a:defRPr>
            </a:lvl2pPr>
            <a:lvl3pPr marL="1079500" indent="-265113">
              <a:buClr>
                <a:schemeClr val="tx1">
                  <a:lumMod val="75000"/>
                  <a:lumOff val="25000"/>
                </a:schemeClr>
              </a:buClr>
              <a:buSzPct val="80000"/>
              <a:buFont typeface="Wingdings" pitchFamily="2" charset="2"/>
              <a:buChar char="n"/>
              <a:defRPr sz="2000" baseline="0">
                <a:latin typeface="+mn-ea"/>
                <a:ea typeface="+mn-ea"/>
              </a:defRPr>
            </a:lvl3pPr>
            <a:lvl4pPr marL="1347788" indent="-228600">
              <a:buClr>
                <a:srgbClr val="CC0C0C"/>
              </a:buClr>
              <a:buSzPct val="90000"/>
              <a:buFont typeface="Wingdings" pitchFamily="2" charset="2"/>
              <a:buChar char="l"/>
              <a:defRPr sz="1800" baseline="0">
                <a:latin typeface="+mn-ea"/>
                <a:ea typeface="+mn-ea"/>
              </a:defRPr>
            </a:lvl4pPr>
            <a:lvl5pPr marL="1616075" indent="-228600">
              <a:buClr>
                <a:schemeClr val="tx1">
                  <a:lumMod val="65000"/>
                  <a:lumOff val="35000"/>
                </a:schemeClr>
              </a:buClr>
              <a:buSzPct val="80000"/>
              <a:buFontTx/>
              <a:buBlip>
                <a:blip r:embed="rId3"/>
              </a:buBlip>
              <a:defRPr sz="1800" baseline="0">
                <a:latin typeface="+mn-ea"/>
                <a:ea typeface="+mn-ea"/>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
        <p:nvSpPr>
          <p:cNvPr id="20" name="スライド番号プレースホルダ 5"/>
          <p:cNvSpPr>
            <a:spLocks noGrp="1"/>
          </p:cNvSpPr>
          <p:nvPr>
            <p:ph type="sldNum" sz="quarter" idx="4"/>
          </p:nvPr>
        </p:nvSpPr>
        <p:spPr>
          <a:xfrm>
            <a:off x="285709" y="6429397"/>
            <a:ext cx="857256" cy="365125"/>
          </a:xfrm>
          <a:prstGeom prst="rect">
            <a:avLst/>
          </a:prstGeom>
        </p:spPr>
        <p:txBody>
          <a:bodyPr/>
          <a:lstStyle>
            <a:lvl1pPr algn="l">
              <a:defRPr/>
            </a:lvl1pPr>
          </a:lstStyle>
          <a:p>
            <a:fld id="{D62FC8E6-C2BF-4CD1-AEFE-B55A8C62BFE5}" type="slidenum">
              <a:rPr kumimoji="1" lang="ja-JP" altLang="en-US" smtClean="0"/>
              <a:t>‹#›</a:t>
            </a:fld>
            <a:endParaRPr kumimoji="1" lang="ja-JP" altLang="en-US"/>
          </a:p>
        </p:txBody>
      </p:sp>
      <p:sp>
        <p:nvSpPr>
          <p:cNvPr id="16" name="正方形/長方形 15"/>
          <p:cNvSpPr/>
          <p:nvPr/>
        </p:nvSpPr>
        <p:spPr>
          <a:xfrm>
            <a:off x="1428717" y="928671"/>
            <a:ext cx="2095515" cy="71438"/>
          </a:xfrm>
          <a:prstGeom prst="rect">
            <a:avLst/>
          </a:prstGeom>
          <a:solidFill>
            <a:srgbClr val="000000"/>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正方形/長方形 18"/>
          <p:cNvSpPr/>
          <p:nvPr/>
        </p:nvSpPr>
        <p:spPr>
          <a:xfrm>
            <a:off x="12658" y="928670"/>
            <a:ext cx="1416060" cy="142876"/>
          </a:xfrm>
          <a:prstGeom prst="rect">
            <a:avLst/>
          </a:prstGeom>
          <a:solidFill>
            <a:srgbClr val="CC0C0C"/>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正方形/長方形 20"/>
          <p:cNvSpPr/>
          <p:nvPr/>
        </p:nvSpPr>
        <p:spPr>
          <a:xfrm>
            <a:off x="2476475" y="1000109"/>
            <a:ext cx="2381267" cy="71437"/>
          </a:xfrm>
          <a:prstGeom prst="rect">
            <a:avLst/>
          </a:prstGeom>
          <a:solidFill>
            <a:srgbClr val="CC0C0C"/>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正方形/長方形 21"/>
          <p:cNvSpPr/>
          <p:nvPr/>
        </p:nvSpPr>
        <p:spPr>
          <a:xfrm>
            <a:off x="3524233" y="928670"/>
            <a:ext cx="4000528" cy="71438"/>
          </a:xfrm>
          <a:prstGeom prst="rect">
            <a:avLst/>
          </a:prstGeom>
          <a:solidFill>
            <a:srgbClr val="CC0C0C"/>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正方形/長方形 22"/>
          <p:cNvSpPr/>
          <p:nvPr/>
        </p:nvSpPr>
        <p:spPr>
          <a:xfrm>
            <a:off x="12658" y="1071547"/>
            <a:ext cx="844556" cy="71438"/>
          </a:xfrm>
          <a:prstGeom prst="rect">
            <a:avLst/>
          </a:prstGeom>
          <a:solidFill>
            <a:srgbClr val="000000"/>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正方形/長方形 23"/>
          <p:cNvSpPr/>
          <p:nvPr/>
        </p:nvSpPr>
        <p:spPr>
          <a:xfrm>
            <a:off x="11036293" y="1000108"/>
            <a:ext cx="1143008" cy="71438"/>
          </a:xfrm>
          <a:prstGeom prst="rect">
            <a:avLst/>
          </a:prstGeom>
          <a:solidFill>
            <a:srgbClr val="000000"/>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正方形/長方形 24"/>
          <p:cNvSpPr/>
          <p:nvPr/>
        </p:nvSpPr>
        <p:spPr>
          <a:xfrm>
            <a:off x="11988841" y="928671"/>
            <a:ext cx="190459" cy="71437"/>
          </a:xfrm>
          <a:prstGeom prst="rect">
            <a:avLst/>
          </a:prstGeom>
          <a:solidFill>
            <a:srgbClr val="CC0C0C"/>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40931612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vl1pPr>
          </a:lstStyle>
          <a:p>
            <a:r>
              <a:rPr kumimoji="1" lang="ja-JP" altLang="en-US"/>
              <a:t>マスター タイトルの書式設定</a:t>
            </a:r>
          </a:p>
        </p:txBody>
      </p:sp>
      <p:sp>
        <p:nvSpPr>
          <p:cNvPr id="3" name="テキスト プレースホルダ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 6"/>
          <p:cNvSpPr>
            <a:spLocks noGrp="1"/>
          </p:cNvSpPr>
          <p:nvPr>
            <p:ph type="dt" sz="half" idx="10"/>
          </p:nvPr>
        </p:nvSpPr>
        <p:spPr>
          <a:xfrm>
            <a:off x="609600" y="6356351"/>
            <a:ext cx="2844800" cy="365125"/>
          </a:xfrm>
          <a:prstGeom prst="rect">
            <a:avLst/>
          </a:prstGeom>
        </p:spPr>
        <p:txBody>
          <a:bodyPr/>
          <a:lstStyle/>
          <a:p>
            <a:fld id="{1D8AA8BD-6452-4C4E-9B2A-AB954F899779}" type="datetimeFigureOut">
              <a:rPr kumimoji="1" lang="ja-JP" altLang="en-US" smtClean="0"/>
              <a:t>2026/1/8</a:t>
            </a:fld>
            <a:endParaRPr kumimoji="1" lang="ja-JP" altLang="en-US"/>
          </a:p>
        </p:txBody>
      </p:sp>
      <p:sp>
        <p:nvSpPr>
          <p:cNvPr id="8" name="フッター プレースホルダ 7"/>
          <p:cNvSpPr>
            <a:spLocks noGrp="1"/>
          </p:cNvSpPr>
          <p:nvPr>
            <p:ph type="ftr" sz="quarter" idx="11"/>
          </p:nvPr>
        </p:nvSpPr>
        <p:spPr>
          <a:xfrm>
            <a:off x="4165600" y="6356351"/>
            <a:ext cx="3860800" cy="365125"/>
          </a:xfrm>
          <a:prstGeom prst="rect">
            <a:avLst/>
          </a:prstGeom>
        </p:spPr>
        <p:txBody>
          <a:bodyPr/>
          <a:lstStyle/>
          <a:p>
            <a:endParaRPr kumimoji="1" lang="ja-JP" altLang="en-US"/>
          </a:p>
        </p:txBody>
      </p:sp>
      <p:sp>
        <p:nvSpPr>
          <p:cNvPr id="9" name="スライド番号プレースホルダ 8"/>
          <p:cNvSpPr>
            <a:spLocks noGrp="1"/>
          </p:cNvSpPr>
          <p:nvPr>
            <p:ph type="sldNum" sz="quarter" idx="12"/>
          </p:nvPr>
        </p:nvSpPr>
        <p:spPr>
          <a:xfrm>
            <a:off x="8737600" y="6356351"/>
            <a:ext cx="2844800" cy="365125"/>
          </a:xfrm>
          <a:prstGeom prst="rect">
            <a:avLst/>
          </a:prstGeom>
        </p:spPr>
        <p:txBody>
          <a:bodyPr/>
          <a:lstStyle/>
          <a:p>
            <a:fld id="{D62FC8E6-C2BF-4CD1-AEFE-B55A8C62BFE5}" type="slidenum">
              <a:rPr kumimoji="1" lang="ja-JP" altLang="en-US" smtClean="0"/>
              <a:t>‹#›</a:t>
            </a:fld>
            <a:endParaRPr kumimoji="1" lang="ja-JP" altLang="en-US"/>
          </a:p>
        </p:txBody>
      </p:sp>
    </p:spTree>
    <p:extLst>
      <p:ext uri="{BB962C8B-B14F-4D97-AF65-F5344CB8AC3E}">
        <p14:creationId xmlns:p14="http://schemas.microsoft.com/office/powerpoint/2010/main" val="12709738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日付プレースホルダ 2"/>
          <p:cNvSpPr>
            <a:spLocks noGrp="1"/>
          </p:cNvSpPr>
          <p:nvPr>
            <p:ph type="dt" sz="half" idx="10"/>
          </p:nvPr>
        </p:nvSpPr>
        <p:spPr>
          <a:xfrm>
            <a:off x="609600" y="6356351"/>
            <a:ext cx="2844800" cy="365125"/>
          </a:xfrm>
          <a:prstGeom prst="rect">
            <a:avLst/>
          </a:prstGeom>
        </p:spPr>
        <p:txBody>
          <a:bodyPr/>
          <a:lstStyle/>
          <a:p>
            <a:fld id="{1D8AA8BD-6452-4C4E-9B2A-AB954F899779}" type="datetimeFigureOut">
              <a:rPr kumimoji="1" lang="ja-JP" altLang="en-US" smtClean="0"/>
              <a:t>2026/1/8</a:t>
            </a:fld>
            <a:endParaRPr kumimoji="1" lang="ja-JP" altLang="en-US"/>
          </a:p>
        </p:txBody>
      </p:sp>
      <p:sp>
        <p:nvSpPr>
          <p:cNvPr id="4" name="フッター プレースホルダ 3"/>
          <p:cNvSpPr>
            <a:spLocks noGrp="1"/>
          </p:cNvSpPr>
          <p:nvPr>
            <p:ph type="ftr" sz="quarter" idx="11"/>
          </p:nvPr>
        </p:nvSpPr>
        <p:spPr>
          <a:xfrm>
            <a:off x="4165600" y="6356351"/>
            <a:ext cx="3860800" cy="365125"/>
          </a:xfrm>
          <a:prstGeom prst="rect">
            <a:avLst/>
          </a:prstGeom>
        </p:spPr>
        <p:txBody>
          <a:bodyPr/>
          <a:lstStyle/>
          <a:p>
            <a:endParaRPr kumimoji="1" lang="ja-JP" altLang="en-US"/>
          </a:p>
        </p:txBody>
      </p:sp>
      <p:sp>
        <p:nvSpPr>
          <p:cNvPr id="5" name="スライド番号プレースホルダ 4"/>
          <p:cNvSpPr>
            <a:spLocks noGrp="1"/>
          </p:cNvSpPr>
          <p:nvPr>
            <p:ph type="sldNum" sz="quarter" idx="12"/>
          </p:nvPr>
        </p:nvSpPr>
        <p:spPr>
          <a:xfrm>
            <a:off x="8737600" y="6356351"/>
            <a:ext cx="2844800" cy="365125"/>
          </a:xfrm>
          <a:prstGeom prst="rect">
            <a:avLst/>
          </a:prstGeom>
        </p:spPr>
        <p:txBody>
          <a:bodyPr/>
          <a:lstStyle/>
          <a:p>
            <a:fld id="{D62FC8E6-C2BF-4CD1-AEFE-B55A8C62BFE5}" type="slidenum">
              <a:rPr kumimoji="1" lang="ja-JP" altLang="en-US" smtClean="0"/>
              <a:t>‹#›</a:t>
            </a:fld>
            <a:endParaRPr kumimoji="1" lang="ja-JP" altLang="en-US"/>
          </a:p>
        </p:txBody>
      </p:sp>
    </p:spTree>
    <p:extLst>
      <p:ext uri="{BB962C8B-B14F-4D97-AF65-F5344CB8AC3E}">
        <p14:creationId xmlns:p14="http://schemas.microsoft.com/office/powerpoint/2010/main" val="8707681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 1"/>
          <p:cNvSpPr>
            <a:spLocks noGrp="1"/>
          </p:cNvSpPr>
          <p:nvPr>
            <p:ph type="dt" sz="half" idx="10"/>
          </p:nvPr>
        </p:nvSpPr>
        <p:spPr>
          <a:xfrm>
            <a:off x="609600" y="6356351"/>
            <a:ext cx="2844800" cy="365125"/>
          </a:xfrm>
          <a:prstGeom prst="rect">
            <a:avLst/>
          </a:prstGeom>
        </p:spPr>
        <p:txBody>
          <a:bodyPr/>
          <a:lstStyle/>
          <a:p>
            <a:fld id="{1D8AA8BD-6452-4C4E-9B2A-AB954F899779}" type="datetimeFigureOut">
              <a:rPr kumimoji="1" lang="ja-JP" altLang="en-US" smtClean="0"/>
              <a:t>2026/1/8</a:t>
            </a:fld>
            <a:endParaRPr kumimoji="1" lang="ja-JP" altLang="en-US"/>
          </a:p>
        </p:txBody>
      </p:sp>
      <p:sp>
        <p:nvSpPr>
          <p:cNvPr id="3" name="フッター プレースホルダ 2"/>
          <p:cNvSpPr>
            <a:spLocks noGrp="1"/>
          </p:cNvSpPr>
          <p:nvPr>
            <p:ph type="ftr" sz="quarter" idx="11"/>
          </p:nvPr>
        </p:nvSpPr>
        <p:spPr>
          <a:xfrm>
            <a:off x="4165600" y="6356351"/>
            <a:ext cx="3860800" cy="365125"/>
          </a:xfrm>
          <a:prstGeom prst="rect">
            <a:avLst/>
          </a:prstGeom>
        </p:spPr>
        <p:txBody>
          <a:bodyPr/>
          <a:lstStyle/>
          <a:p>
            <a:endParaRPr kumimoji="1" lang="ja-JP" altLang="en-US"/>
          </a:p>
        </p:txBody>
      </p:sp>
      <p:sp>
        <p:nvSpPr>
          <p:cNvPr id="4" name="スライド番号プレースホルダ 3"/>
          <p:cNvSpPr>
            <a:spLocks noGrp="1"/>
          </p:cNvSpPr>
          <p:nvPr>
            <p:ph type="sldNum" sz="quarter" idx="12"/>
          </p:nvPr>
        </p:nvSpPr>
        <p:spPr>
          <a:xfrm>
            <a:off x="8737600" y="6356351"/>
            <a:ext cx="2844800" cy="365125"/>
          </a:xfrm>
          <a:prstGeom prst="rect">
            <a:avLst/>
          </a:prstGeom>
        </p:spPr>
        <p:txBody>
          <a:bodyPr/>
          <a:lstStyle/>
          <a:p>
            <a:fld id="{D62FC8E6-C2BF-4CD1-AEFE-B55A8C62BFE5}" type="slidenum">
              <a:rPr kumimoji="1" lang="ja-JP" altLang="en-US" smtClean="0"/>
              <a:t>‹#›</a:t>
            </a:fld>
            <a:endParaRPr kumimoji="1" lang="ja-JP" altLang="en-US"/>
          </a:p>
        </p:txBody>
      </p:sp>
    </p:spTree>
    <p:extLst>
      <p:ext uri="{BB962C8B-B14F-4D97-AF65-F5344CB8AC3E}">
        <p14:creationId xmlns:p14="http://schemas.microsoft.com/office/powerpoint/2010/main" val="1043181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609601" y="273050"/>
            <a:ext cx="4011084" cy="1162050"/>
          </a:xfrm>
        </p:spPr>
        <p:txBody>
          <a:bodyPr anchor="b"/>
          <a:lstStyle>
            <a:lvl1pPr algn="l">
              <a:defRPr sz="2000" b="1"/>
            </a:lvl1pPr>
          </a:lstStyle>
          <a:p>
            <a:r>
              <a:rPr kumimoji="1" lang="ja-JP" altLang="en-US"/>
              <a:t>マスター タイトルの書式設定</a:t>
            </a:r>
          </a:p>
        </p:txBody>
      </p:sp>
      <p:sp>
        <p:nvSpPr>
          <p:cNvPr id="3" name="コンテンツ プレースホルダ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a:t>マスター テキストの書式設定</a:t>
            </a:r>
          </a:p>
        </p:txBody>
      </p:sp>
      <p:sp>
        <p:nvSpPr>
          <p:cNvPr id="5" name="日付プレースホルダ 4"/>
          <p:cNvSpPr>
            <a:spLocks noGrp="1"/>
          </p:cNvSpPr>
          <p:nvPr>
            <p:ph type="dt" sz="half" idx="10"/>
          </p:nvPr>
        </p:nvSpPr>
        <p:spPr>
          <a:xfrm>
            <a:off x="609600" y="6356351"/>
            <a:ext cx="2844800" cy="365125"/>
          </a:xfrm>
          <a:prstGeom prst="rect">
            <a:avLst/>
          </a:prstGeom>
        </p:spPr>
        <p:txBody>
          <a:bodyPr/>
          <a:lstStyle/>
          <a:p>
            <a:fld id="{1D8AA8BD-6452-4C4E-9B2A-AB954F899779}" type="datetimeFigureOut">
              <a:rPr kumimoji="1" lang="ja-JP" altLang="en-US" smtClean="0"/>
              <a:t>2026/1/8</a:t>
            </a:fld>
            <a:endParaRPr kumimoji="1" lang="ja-JP" altLang="en-US"/>
          </a:p>
        </p:txBody>
      </p:sp>
      <p:sp>
        <p:nvSpPr>
          <p:cNvPr id="6" name="フッター プレースホルダ 5"/>
          <p:cNvSpPr>
            <a:spLocks noGrp="1"/>
          </p:cNvSpPr>
          <p:nvPr>
            <p:ph type="ftr" sz="quarter" idx="11"/>
          </p:nvPr>
        </p:nvSpPr>
        <p:spPr>
          <a:xfrm>
            <a:off x="4165600" y="6356351"/>
            <a:ext cx="3860800" cy="365125"/>
          </a:xfrm>
          <a:prstGeom prst="rect">
            <a:avLst/>
          </a:prstGeom>
        </p:spPr>
        <p:txBody>
          <a:bodyPr/>
          <a:lstStyle/>
          <a:p>
            <a:endParaRPr kumimoji="1" lang="ja-JP" altLang="en-US"/>
          </a:p>
        </p:txBody>
      </p:sp>
      <p:sp>
        <p:nvSpPr>
          <p:cNvPr id="7" name="スライド番号プレースホルダ 6"/>
          <p:cNvSpPr>
            <a:spLocks noGrp="1"/>
          </p:cNvSpPr>
          <p:nvPr>
            <p:ph type="sldNum" sz="quarter" idx="12"/>
          </p:nvPr>
        </p:nvSpPr>
        <p:spPr>
          <a:xfrm>
            <a:off x="8737600" y="6356351"/>
            <a:ext cx="2844800" cy="365125"/>
          </a:xfrm>
          <a:prstGeom prst="rect">
            <a:avLst/>
          </a:prstGeom>
        </p:spPr>
        <p:txBody>
          <a:bodyPr/>
          <a:lstStyle/>
          <a:p>
            <a:fld id="{D62FC8E6-C2BF-4CD1-AEFE-B55A8C62BFE5}" type="slidenum">
              <a:rPr kumimoji="1" lang="ja-JP" altLang="en-US" smtClean="0"/>
              <a:t>‹#›</a:t>
            </a:fld>
            <a:endParaRPr kumimoji="1" lang="ja-JP" altLang="en-US"/>
          </a:p>
        </p:txBody>
      </p:sp>
    </p:spTree>
    <p:extLst>
      <p:ext uri="{BB962C8B-B14F-4D97-AF65-F5344CB8AC3E}">
        <p14:creationId xmlns:p14="http://schemas.microsoft.com/office/powerpoint/2010/main" val="15673645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2389717" y="4800600"/>
            <a:ext cx="7315200" cy="566738"/>
          </a:xfrm>
        </p:spPr>
        <p:txBody>
          <a:bodyPr anchor="b"/>
          <a:lstStyle>
            <a:lvl1pPr algn="l">
              <a:defRPr sz="2000" b="1"/>
            </a:lvl1pPr>
          </a:lstStyle>
          <a:p>
            <a:r>
              <a:rPr kumimoji="1" lang="ja-JP" altLang="en-US"/>
              <a:t>マスター タイトルの書式設定</a:t>
            </a:r>
          </a:p>
        </p:txBody>
      </p:sp>
      <p:sp>
        <p:nvSpPr>
          <p:cNvPr id="3" name="図プレースホルダ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kumimoji="1" lang="ja-JP" altLang="en-US"/>
              <a:t>アイコンをクリックして図を追加</a:t>
            </a:r>
          </a:p>
        </p:txBody>
      </p:sp>
      <p:sp>
        <p:nvSpPr>
          <p:cNvPr id="4" name="テキスト プレースホルダ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a:t>マスター テキストの書式設定</a:t>
            </a:r>
          </a:p>
        </p:txBody>
      </p:sp>
      <p:sp>
        <p:nvSpPr>
          <p:cNvPr id="5" name="日付プレースホルダ 4"/>
          <p:cNvSpPr>
            <a:spLocks noGrp="1"/>
          </p:cNvSpPr>
          <p:nvPr>
            <p:ph type="dt" sz="half" idx="10"/>
          </p:nvPr>
        </p:nvSpPr>
        <p:spPr>
          <a:xfrm>
            <a:off x="609600" y="6356351"/>
            <a:ext cx="2844800" cy="365125"/>
          </a:xfrm>
          <a:prstGeom prst="rect">
            <a:avLst/>
          </a:prstGeom>
        </p:spPr>
        <p:txBody>
          <a:bodyPr/>
          <a:lstStyle/>
          <a:p>
            <a:fld id="{1D8AA8BD-6452-4C4E-9B2A-AB954F899779}" type="datetimeFigureOut">
              <a:rPr kumimoji="1" lang="ja-JP" altLang="en-US" smtClean="0"/>
              <a:t>2026/1/8</a:t>
            </a:fld>
            <a:endParaRPr kumimoji="1" lang="ja-JP" altLang="en-US"/>
          </a:p>
        </p:txBody>
      </p:sp>
      <p:sp>
        <p:nvSpPr>
          <p:cNvPr id="6" name="フッター プレースホルダ 5"/>
          <p:cNvSpPr>
            <a:spLocks noGrp="1"/>
          </p:cNvSpPr>
          <p:nvPr>
            <p:ph type="ftr" sz="quarter" idx="11"/>
          </p:nvPr>
        </p:nvSpPr>
        <p:spPr>
          <a:xfrm>
            <a:off x="4165600" y="6356351"/>
            <a:ext cx="3860800" cy="365125"/>
          </a:xfrm>
          <a:prstGeom prst="rect">
            <a:avLst/>
          </a:prstGeom>
        </p:spPr>
        <p:txBody>
          <a:bodyPr/>
          <a:lstStyle/>
          <a:p>
            <a:endParaRPr kumimoji="1" lang="ja-JP" altLang="en-US"/>
          </a:p>
        </p:txBody>
      </p:sp>
      <p:sp>
        <p:nvSpPr>
          <p:cNvPr id="7" name="スライド番号プレースホルダ 6"/>
          <p:cNvSpPr>
            <a:spLocks noGrp="1"/>
          </p:cNvSpPr>
          <p:nvPr>
            <p:ph type="sldNum" sz="quarter" idx="12"/>
          </p:nvPr>
        </p:nvSpPr>
        <p:spPr>
          <a:xfrm>
            <a:off x="8737600" y="6356351"/>
            <a:ext cx="2844800" cy="365125"/>
          </a:xfrm>
          <a:prstGeom prst="rect">
            <a:avLst/>
          </a:prstGeom>
        </p:spPr>
        <p:txBody>
          <a:bodyPr/>
          <a:lstStyle/>
          <a:p>
            <a:fld id="{D62FC8E6-C2BF-4CD1-AEFE-B55A8C62BFE5}" type="slidenum">
              <a:rPr kumimoji="1" lang="ja-JP" altLang="en-US" smtClean="0"/>
              <a:t>‹#›</a:t>
            </a:fld>
            <a:endParaRPr kumimoji="1" lang="ja-JP" altLang="en-US"/>
          </a:p>
        </p:txBody>
      </p:sp>
    </p:spTree>
    <p:extLst>
      <p:ext uri="{BB962C8B-B14F-4D97-AF65-F5344CB8AC3E}">
        <p14:creationId xmlns:p14="http://schemas.microsoft.com/office/powerpoint/2010/main" val="40339045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縦書きテキスト プレースホルダ 2"/>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 3"/>
          <p:cNvSpPr>
            <a:spLocks noGrp="1"/>
          </p:cNvSpPr>
          <p:nvPr>
            <p:ph type="dt" sz="half" idx="10"/>
          </p:nvPr>
        </p:nvSpPr>
        <p:spPr>
          <a:xfrm>
            <a:off x="609600" y="6356351"/>
            <a:ext cx="2844800" cy="365125"/>
          </a:xfrm>
          <a:prstGeom prst="rect">
            <a:avLst/>
          </a:prstGeom>
        </p:spPr>
        <p:txBody>
          <a:bodyPr/>
          <a:lstStyle/>
          <a:p>
            <a:fld id="{1D8AA8BD-6452-4C4E-9B2A-AB954F899779}" type="datetimeFigureOut">
              <a:rPr kumimoji="1" lang="ja-JP" altLang="en-US" smtClean="0"/>
              <a:t>2026/1/8</a:t>
            </a:fld>
            <a:endParaRPr kumimoji="1" lang="ja-JP" altLang="en-US"/>
          </a:p>
        </p:txBody>
      </p:sp>
      <p:sp>
        <p:nvSpPr>
          <p:cNvPr id="5" name="フッター プレースホルダ 4"/>
          <p:cNvSpPr>
            <a:spLocks noGrp="1"/>
          </p:cNvSpPr>
          <p:nvPr>
            <p:ph type="ftr" sz="quarter" idx="11"/>
          </p:nvPr>
        </p:nvSpPr>
        <p:spPr>
          <a:xfrm>
            <a:off x="4165600" y="6356351"/>
            <a:ext cx="3860800" cy="365125"/>
          </a:xfrm>
          <a:prstGeom prst="rect">
            <a:avLst/>
          </a:prstGeom>
        </p:spPr>
        <p:txBody>
          <a:bodyPr/>
          <a:lstStyle/>
          <a:p>
            <a:endParaRPr kumimoji="1" lang="ja-JP" altLang="en-US"/>
          </a:p>
        </p:txBody>
      </p:sp>
      <p:sp>
        <p:nvSpPr>
          <p:cNvPr id="6" name="スライド番号プレースホルダ 5"/>
          <p:cNvSpPr>
            <a:spLocks noGrp="1"/>
          </p:cNvSpPr>
          <p:nvPr>
            <p:ph type="sldNum" sz="quarter" idx="12"/>
          </p:nvPr>
        </p:nvSpPr>
        <p:spPr>
          <a:xfrm>
            <a:off x="8737600" y="6356351"/>
            <a:ext cx="2844800" cy="365125"/>
          </a:xfrm>
          <a:prstGeom prst="rect">
            <a:avLst/>
          </a:prstGeom>
        </p:spPr>
        <p:txBody>
          <a:bodyPr/>
          <a:lstStyle/>
          <a:p>
            <a:fld id="{D62FC8E6-C2BF-4CD1-AEFE-B55A8C62BFE5}" type="slidenum">
              <a:rPr kumimoji="1" lang="ja-JP" altLang="en-US" smtClean="0"/>
              <a:t>‹#›</a:t>
            </a:fld>
            <a:endParaRPr kumimoji="1" lang="ja-JP" altLang="en-US"/>
          </a:p>
        </p:txBody>
      </p:sp>
    </p:spTree>
    <p:extLst>
      <p:ext uri="{BB962C8B-B14F-4D97-AF65-F5344CB8AC3E}">
        <p14:creationId xmlns:p14="http://schemas.microsoft.com/office/powerpoint/2010/main" val="8790517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8839200" y="274639"/>
            <a:ext cx="2743200" cy="5851525"/>
          </a:xfrm>
        </p:spPr>
        <p:txBody>
          <a:bodyPr vert="eaVert"/>
          <a:lstStyle/>
          <a:p>
            <a:r>
              <a:rPr kumimoji="1" lang="ja-JP" altLang="en-US"/>
              <a:t>マスター タイトルの書式設定</a:t>
            </a:r>
          </a:p>
        </p:txBody>
      </p:sp>
      <p:sp>
        <p:nvSpPr>
          <p:cNvPr id="3" name="縦書きテキスト プレースホルダ 2"/>
          <p:cNvSpPr>
            <a:spLocks noGrp="1"/>
          </p:cNvSpPr>
          <p:nvPr>
            <p:ph type="body" orient="vert" idx="1"/>
          </p:nvPr>
        </p:nvSpPr>
        <p:spPr>
          <a:xfrm>
            <a:off x="609600" y="274639"/>
            <a:ext cx="8026400" cy="5851525"/>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 3"/>
          <p:cNvSpPr>
            <a:spLocks noGrp="1"/>
          </p:cNvSpPr>
          <p:nvPr>
            <p:ph type="dt" sz="half" idx="10"/>
          </p:nvPr>
        </p:nvSpPr>
        <p:spPr>
          <a:xfrm>
            <a:off x="609600" y="6356351"/>
            <a:ext cx="2844800" cy="365125"/>
          </a:xfrm>
          <a:prstGeom prst="rect">
            <a:avLst/>
          </a:prstGeom>
        </p:spPr>
        <p:txBody>
          <a:bodyPr/>
          <a:lstStyle/>
          <a:p>
            <a:fld id="{1D8AA8BD-6452-4C4E-9B2A-AB954F899779}" type="datetimeFigureOut">
              <a:rPr kumimoji="1" lang="ja-JP" altLang="en-US" smtClean="0"/>
              <a:t>2026/1/8</a:t>
            </a:fld>
            <a:endParaRPr kumimoji="1" lang="ja-JP" altLang="en-US"/>
          </a:p>
        </p:txBody>
      </p:sp>
      <p:sp>
        <p:nvSpPr>
          <p:cNvPr id="5" name="フッター プレースホルダ 4"/>
          <p:cNvSpPr>
            <a:spLocks noGrp="1"/>
          </p:cNvSpPr>
          <p:nvPr>
            <p:ph type="ftr" sz="quarter" idx="11"/>
          </p:nvPr>
        </p:nvSpPr>
        <p:spPr>
          <a:xfrm>
            <a:off x="4165600" y="6356351"/>
            <a:ext cx="3860800" cy="365125"/>
          </a:xfrm>
          <a:prstGeom prst="rect">
            <a:avLst/>
          </a:prstGeom>
        </p:spPr>
        <p:txBody>
          <a:bodyPr/>
          <a:lstStyle/>
          <a:p>
            <a:endParaRPr kumimoji="1" lang="ja-JP" altLang="en-US"/>
          </a:p>
        </p:txBody>
      </p:sp>
      <p:sp>
        <p:nvSpPr>
          <p:cNvPr id="6" name="スライド番号プレースホルダ 5"/>
          <p:cNvSpPr>
            <a:spLocks noGrp="1"/>
          </p:cNvSpPr>
          <p:nvPr>
            <p:ph type="sldNum" sz="quarter" idx="12"/>
          </p:nvPr>
        </p:nvSpPr>
        <p:spPr>
          <a:xfrm>
            <a:off x="8737600" y="6356351"/>
            <a:ext cx="2844800" cy="365125"/>
          </a:xfrm>
          <a:prstGeom prst="rect">
            <a:avLst/>
          </a:prstGeom>
        </p:spPr>
        <p:txBody>
          <a:bodyPr/>
          <a:lstStyle/>
          <a:p>
            <a:fld id="{D62FC8E6-C2BF-4CD1-AEFE-B55A8C62BFE5}" type="slidenum">
              <a:rPr kumimoji="1" lang="ja-JP" altLang="en-US" smtClean="0"/>
              <a:t>‹#›</a:t>
            </a:fld>
            <a:endParaRPr kumimoji="1" lang="ja-JP" altLang="en-US"/>
          </a:p>
        </p:txBody>
      </p:sp>
    </p:spTree>
    <p:extLst>
      <p:ext uri="{BB962C8B-B14F-4D97-AF65-F5344CB8AC3E}">
        <p14:creationId xmlns:p14="http://schemas.microsoft.com/office/powerpoint/2010/main" val="269612176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1_セクション見出し">
    <p:spTree>
      <p:nvGrpSpPr>
        <p:cNvPr id="1" name=""/>
        <p:cNvGrpSpPr/>
        <p:nvPr/>
      </p:nvGrpSpPr>
      <p:grpSpPr>
        <a:xfrm>
          <a:off x="0" y="0"/>
          <a:ext cx="0" cy="0"/>
          <a:chOff x="0" y="0"/>
          <a:chExt cx="0" cy="0"/>
        </a:xfrm>
      </p:grpSpPr>
      <p:sp>
        <p:nvSpPr>
          <p:cNvPr id="7" name="タイトル 1"/>
          <p:cNvSpPr>
            <a:spLocks noGrp="1"/>
          </p:cNvSpPr>
          <p:nvPr>
            <p:ph type="ctrTitle"/>
          </p:nvPr>
        </p:nvSpPr>
        <p:spPr>
          <a:xfrm>
            <a:off x="2000221" y="3127380"/>
            <a:ext cx="10001320" cy="1285883"/>
          </a:xfrm>
        </p:spPr>
        <p:txBody>
          <a:bodyPr anchor="b" anchorCtr="0">
            <a:normAutofit/>
          </a:bodyPr>
          <a:lstStyle>
            <a:lvl1pPr algn="r">
              <a:defRPr sz="4000">
                <a:latin typeface="MS UI Gothic" pitchFamily="50" charset="-128"/>
                <a:ea typeface="MS UI Gothic" pitchFamily="50" charset="-128"/>
              </a:defRPr>
            </a:lvl1pPr>
          </a:lstStyle>
          <a:p>
            <a:r>
              <a:rPr kumimoji="1" lang="ja-JP" altLang="en-US"/>
              <a:t>マスター タイトルの書式設定</a:t>
            </a:r>
            <a:endParaRPr kumimoji="1" lang="ja-JP" altLang="en-US" dirty="0"/>
          </a:p>
        </p:txBody>
      </p:sp>
      <p:sp>
        <p:nvSpPr>
          <p:cNvPr id="8" name="サブタイトル 2"/>
          <p:cNvSpPr>
            <a:spLocks noGrp="1"/>
          </p:cNvSpPr>
          <p:nvPr>
            <p:ph type="subTitle" idx="1"/>
          </p:nvPr>
        </p:nvSpPr>
        <p:spPr>
          <a:xfrm>
            <a:off x="3428981" y="5127643"/>
            <a:ext cx="8534400" cy="508001"/>
          </a:xfrm>
        </p:spPr>
        <p:txBody>
          <a:bodyPr/>
          <a:lstStyle>
            <a:lvl1pPr marL="0" indent="0" algn="r">
              <a:buNone/>
              <a:defRPr sz="2800">
                <a:solidFill>
                  <a:schemeClr val="tx1">
                    <a:tint val="75000"/>
                  </a:schemeClr>
                </a:solidFill>
                <a:latin typeface="MS UI Gothic" pitchFamily="50" charset="-128"/>
                <a:ea typeface="MS UI Gothic" pitchFamily="50" charset="-128"/>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1" lang="ja-JP" altLang="en-US"/>
              <a:t>マスター サブタイトルの書式設定</a:t>
            </a:r>
            <a:endParaRPr kumimoji="1" lang="ja-JP" altLang="en-US" dirty="0"/>
          </a:p>
        </p:txBody>
      </p:sp>
      <p:sp>
        <p:nvSpPr>
          <p:cNvPr id="9" name="正方形/長方形 8"/>
          <p:cNvSpPr/>
          <p:nvPr/>
        </p:nvSpPr>
        <p:spPr>
          <a:xfrm>
            <a:off x="8166115" y="4484701"/>
            <a:ext cx="2209816" cy="107157"/>
          </a:xfrm>
          <a:prstGeom prst="rect">
            <a:avLst/>
          </a:prstGeom>
          <a:solidFill>
            <a:srgbClr val="000000"/>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正方形/長方形 9"/>
          <p:cNvSpPr/>
          <p:nvPr/>
        </p:nvSpPr>
        <p:spPr>
          <a:xfrm>
            <a:off x="10356880" y="4484700"/>
            <a:ext cx="1809720" cy="214314"/>
          </a:xfrm>
          <a:prstGeom prst="rect">
            <a:avLst/>
          </a:prstGeom>
          <a:solidFill>
            <a:srgbClr val="CC0C0C"/>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正方形/長方形 10"/>
          <p:cNvSpPr/>
          <p:nvPr/>
        </p:nvSpPr>
        <p:spPr>
          <a:xfrm>
            <a:off x="5213344" y="4591858"/>
            <a:ext cx="4591083" cy="107157"/>
          </a:xfrm>
          <a:prstGeom prst="rect">
            <a:avLst/>
          </a:prstGeom>
          <a:solidFill>
            <a:srgbClr val="CC0C0C"/>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正方形/長方形 11"/>
          <p:cNvSpPr/>
          <p:nvPr/>
        </p:nvSpPr>
        <p:spPr>
          <a:xfrm>
            <a:off x="1974822" y="4484702"/>
            <a:ext cx="6191295" cy="107157"/>
          </a:xfrm>
          <a:prstGeom prst="rect">
            <a:avLst/>
          </a:prstGeom>
          <a:solidFill>
            <a:srgbClr val="CC0C0C"/>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正方形/長方形 12"/>
          <p:cNvSpPr/>
          <p:nvPr/>
        </p:nvSpPr>
        <p:spPr>
          <a:xfrm>
            <a:off x="7499360" y="4699014"/>
            <a:ext cx="2857520" cy="214314"/>
          </a:xfrm>
          <a:prstGeom prst="rect">
            <a:avLst/>
          </a:prstGeom>
          <a:solidFill>
            <a:srgbClr val="000000"/>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正方形/長方形 13"/>
          <p:cNvSpPr/>
          <p:nvPr/>
        </p:nvSpPr>
        <p:spPr>
          <a:xfrm>
            <a:off x="6451603" y="4699015"/>
            <a:ext cx="1047757" cy="107157"/>
          </a:xfrm>
          <a:prstGeom prst="rect">
            <a:avLst/>
          </a:prstGeom>
          <a:solidFill>
            <a:srgbClr val="000000"/>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正方形/長方形 14"/>
          <p:cNvSpPr/>
          <p:nvPr/>
        </p:nvSpPr>
        <p:spPr>
          <a:xfrm>
            <a:off x="10356880" y="4699015"/>
            <a:ext cx="1809720" cy="107157"/>
          </a:xfrm>
          <a:prstGeom prst="rect">
            <a:avLst/>
          </a:prstGeom>
          <a:solidFill>
            <a:srgbClr val="000000"/>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正方形/長方形 15"/>
          <p:cNvSpPr/>
          <p:nvPr/>
        </p:nvSpPr>
        <p:spPr>
          <a:xfrm>
            <a:off x="10833134" y="4913329"/>
            <a:ext cx="762005" cy="107157"/>
          </a:xfrm>
          <a:prstGeom prst="rect">
            <a:avLst/>
          </a:prstGeom>
          <a:solidFill>
            <a:srgbClr val="CC0C0C"/>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スライド番号プレースホルダ 5"/>
          <p:cNvSpPr>
            <a:spLocks noGrp="1"/>
          </p:cNvSpPr>
          <p:nvPr>
            <p:ph type="sldNum" sz="quarter" idx="4"/>
          </p:nvPr>
        </p:nvSpPr>
        <p:spPr>
          <a:xfrm>
            <a:off x="285709" y="6429397"/>
            <a:ext cx="857256" cy="365125"/>
          </a:xfrm>
          <a:prstGeom prst="rect">
            <a:avLst/>
          </a:prstGeom>
        </p:spPr>
        <p:txBody>
          <a:bodyPr/>
          <a:lstStyle>
            <a:lvl1pPr algn="l">
              <a:defRPr/>
            </a:lvl1pPr>
          </a:lstStyle>
          <a:p>
            <a:fld id="{D62FC8E6-C2BF-4CD1-AEFE-B55A8C62BFE5}" type="slidenum">
              <a:rPr kumimoji="1" lang="ja-JP" altLang="en-US" smtClean="0"/>
              <a:t>‹#›</a:t>
            </a:fld>
            <a:endParaRPr kumimoji="1" lang="ja-JP" altLang="en-US"/>
          </a:p>
        </p:txBody>
      </p:sp>
    </p:spTree>
    <p:extLst>
      <p:ext uri="{BB962C8B-B14F-4D97-AF65-F5344CB8AC3E}">
        <p14:creationId xmlns:p14="http://schemas.microsoft.com/office/powerpoint/2010/main" val="131765808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1_2 つのコンテンツ">
    <p:spTree>
      <p:nvGrpSpPr>
        <p:cNvPr id="1" name=""/>
        <p:cNvGrpSpPr/>
        <p:nvPr/>
      </p:nvGrpSpPr>
      <p:grpSpPr>
        <a:xfrm>
          <a:off x="0" y="0"/>
          <a:ext cx="0" cy="0"/>
          <a:chOff x="0" y="0"/>
          <a:chExt cx="0" cy="0"/>
        </a:xfrm>
      </p:grpSpPr>
      <p:sp>
        <p:nvSpPr>
          <p:cNvPr id="8" name="タイトル 1"/>
          <p:cNvSpPr>
            <a:spLocks noGrp="1"/>
          </p:cNvSpPr>
          <p:nvPr>
            <p:ph type="title"/>
          </p:nvPr>
        </p:nvSpPr>
        <p:spPr>
          <a:xfrm>
            <a:off x="285710" y="142852"/>
            <a:ext cx="11620581" cy="725470"/>
          </a:xfrm>
        </p:spPr>
        <p:txBody>
          <a:bodyPr>
            <a:normAutofit/>
          </a:bodyPr>
          <a:lstStyle>
            <a:lvl1pPr algn="l">
              <a:defRPr sz="4000">
                <a:latin typeface="MS UI Gothic" pitchFamily="50" charset="-128"/>
                <a:ea typeface="MS UI Gothic" pitchFamily="50" charset="-128"/>
              </a:defRPr>
            </a:lvl1pPr>
          </a:lstStyle>
          <a:p>
            <a:r>
              <a:rPr kumimoji="1" lang="ja-JP" altLang="en-US"/>
              <a:t>マスター タイトルの書式設定</a:t>
            </a:r>
            <a:endParaRPr kumimoji="1" lang="ja-JP" altLang="en-US" dirty="0"/>
          </a:p>
        </p:txBody>
      </p:sp>
      <p:sp>
        <p:nvSpPr>
          <p:cNvPr id="9" name="正方形/長方形 8"/>
          <p:cNvSpPr/>
          <p:nvPr/>
        </p:nvSpPr>
        <p:spPr>
          <a:xfrm>
            <a:off x="1428717" y="928671"/>
            <a:ext cx="2095515" cy="71438"/>
          </a:xfrm>
          <a:prstGeom prst="rect">
            <a:avLst/>
          </a:prstGeom>
          <a:solidFill>
            <a:srgbClr val="000000"/>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正方形/長方形 9"/>
          <p:cNvSpPr/>
          <p:nvPr/>
        </p:nvSpPr>
        <p:spPr>
          <a:xfrm>
            <a:off x="12658" y="928670"/>
            <a:ext cx="1416060" cy="142876"/>
          </a:xfrm>
          <a:prstGeom prst="rect">
            <a:avLst/>
          </a:prstGeom>
          <a:solidFill>
            <a:srgbClr val="CC0C0C"/>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正方形/長方形 10"/>
          <p:cNvSpPr/>
          <p:nvPr/>
        </p:nvSpPr>
        <p:spPr>
          <a:xfrm>
            <a:off x="2476475" y="1000109"/>
            <a:ext cx="2381267" cy="71437"/>
          </a:xfrm>
          <a:prstGeom prst="rect">
            <a:avLst/>
          </a:prstGeom>
          <a:solidFill>
            <a:srgbClr val="CC0C0C"/>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正方形/長方形 11"/>
          <p:cNvSpPr/>
          <p:nvPr/>
        </p:nvSpPr>
        <p:spPr>
          <a:xfrm>
            <a:off x="3524233" y="928670"/>
            <a:ext cx="4000528" cy="71438"/>
          </a:xfrm>
          <a:prstGeom prst="rect">
            <a:avLst/>
          </a:prstGeom>
          <a:solidFill>
            <a:srgbClr val="CC0C0C"/>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正方形/長方形 12"/>
          <p:cNvSpPr/>
          <p:nvPr/>
        </p:nvSpPr>
        <p:spPr>
          <a:xfrm>
            <a:off x="12658" y="1071547"/>
            <a:ext cx="844556" cy="71438"/>
          </a:xfrm>
          <a:prstGeom prst="rect">
            <a:avLst/>
          </a:prstGeom>
          <a:solidFill>
            <a:srgbClr val="000000"/>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正方形/長方形 13"/>
          <p:cNvSpPr/>
          <p:nvPr/>
        </p:nvSpPr>
        <p:spPr>
          <a:xfrm>
            <a:off x="11036293" y="1000108"/>
            <a:ext cx="1143008" cy="71438"/>
          </a:xfrm>
          <a:prstGeom prst="rect">
            <a:avLst/>
          </a:prstGeom>
          <a:solidFill>
            <a:srgbClr val="000000"/>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正方形/長方形 14"/>
          <p:cNvSpPr/>
          <p:nvPr/>
        </p:nvSpPr>
        <p:spPr>
          <a:xfrm>
            <a:off x="11988841" y="928671"/>
            <a:ext cx="190459" cy="71437"/>
          </a:xfrm>
          <a:prstGeom prst="rect">
            <a:avLst/>
          </a:prstGeom>
          <a:solidFill>
            <a:srgbClr val="CC0C0C"/>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コンテンツ プレースホルダ 2"/>
          <p:cNvSpPr>
            <a:spLocks noGrp="1"/>
          </p:cNvSpPr>
          <p:nvPr>
            <p:ph idx="13"/>
          </p:nvPr>
        </p:nvSpPr>
        <p:spPr>
          <a:xfrm>
            <a:off x="285710" y="1285861"/>
            <a:ext cx="5619789" cy="4840303"/>
          </a:xfrm>
        </p:spPr>
        <p:txBody>
          <a:bodyPr/>
          <a:lstStyle>
            <a:lvl1pPr marL="357188" indent="-357188">
              <a:buClr>
                <a:srgbClr val="000000"/>
              </a:buClr>
              <a:buSzPct val="70000"/>
              <a:buFont typeface="ＭＳ Ｐゴシック" pitchFamily="50" charset="-128"/>
              <a:buChar char="▊"/>
              <a:defRPr sz="2800" baseline="0">
                <a:latin typeface="Verdana" pitchFamily="34" charset="0"/>
                <a:ea typeface="MS UI Gothic" pitchFamily="50" charset="-128"/>
              </a:defRPr>
            </a:lvl1pPr>
            <a:lvl2pPr marL="712788" indent="-273050">
              <a:buClr>
                <a:srgbClr val="CC0C0C"/>
              </a:buClr>
              <a:buSzPct val="90000"/>
              <a:buFontTx/>
              <a:buBlip>
                <a:blip r:embed="rId2"/>
              </a:buBlip>
              <a:defRPr sz="2400" baseline="0">
                <a:latin typeface="Verdana" pitchFamily="34" charset="0"/>
                <a:ea typeface="MS UI Gothic" pitchFamily="50" charset="-128"/>
              </a:defRPr>
            </a:lvl2pPr>
            <a:lvl3pPr marL="1079500" indent="-265113">
              <a:buClr>
                <a:schemeClr val="tx1">
                  <a:lumMod val="75000"/>
                  <a:lumOff val="25000"/>
                </a:schemeClr>
              </a:buClr>
              <a:buSzPct val="80000"/>
              <a:buFont typeface="Wingdings" pitchFamily="2" charset="2"/>
              <a:buChar char="n"/>
              <a:defRPr sz="2000" baseline="0">
                <a:latin typeface="Verdana" pitchFamily="34" charset="0"/>
                <a:ea typeface="MS UI Gothic" pitchFamily="50" charset="-128"/>
              </a:defRPr>
            </a:lvl3pPr>
            <a:lvl4pPr marL="1347788" indent="-228600">
              <a:buClr>
                <a:srgbClr val="CC0C0C"/>
              </a:buClr>
              <a:buSzPct val="90000"/>
              <a:buFont typeface="Wingdings" pitchFamily="2" charset="2"/>
              <a:buChar char="l"/>
              <a:defRPr sz="1800" baseline="0">
                <a:latin typeface="Verdana" pitchFamily="34" charset="0"/>
                <a:ea typeface="MS UI Gothic" pitchFamily="50" charset="-128"/>
              </a:defRPr>
            </a:lvl4pPr>
            <a:lvl5pPr marL="1616075" indent="-228600">
              <a:buClr>
                <a:schemeClr val="tx1">
                  <a:lumMod val="65000"/>
                  <a:lumOff val="35000"/>
                </a:schemeClr>
              </a:buClr>
              <a:buSzPct val="80000"/>
              <a:buFontTx/>
              <a:buBlip>
                <a:blip r:embed="rId3"/>
              </a:buBlip>
              <a:defRPr sz="1800" baseline="0">
                <a:latin typeface="Verdana" pitchFamily="34" charset="0"/>
                <a:ea typeface="MS UI Gothic" pitchFamily="50" charset="-128"/>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
        <p:nvSpPr>
          <p:cNvPr id="18" name="コンテンツ プレースホルダ 2"/>
          <p:cNvSpPr>
            <a:spLocks noGrp="1"/>
          </p:cNvSpPr>
          <p:nvPr>
            <p:ph idx="14"/>
          </p:nvPr>
        </p:nvSpPr>
        <p:spPr>
          <a:xfrm>
            <a:off x="6286502" y="1285861"/>
            <a:ext cx="5619789" cy="4840303"/>
          </a:xfrm>
        </p:spPr>
        <p:txBody>
          <a:bodyPr/>
          <a:lstStyle>
            <a:lvl1pPr marL="357188" indent="-357188">
              <a:buClr>
                <a:srgbClr val="000000"/>
              </a:buClr>
              <a:buSzPct val="70000"/>
              <a:buFont typeface="ＭＳ Ｐゴシック" pitchFamily="50" charset="-128"/>
              <a:buChar char="▊"/>
              <a:defRPr sz="2800" baseline="0">
                <a:latin typeface="Verdana" pitchFamily="34" charset="0"/>
                <a:ea typeface="MS UI Gothic" pitchFamily="50" charset="-128"/>
              </a:defRPr>
            </a:lvl1pPr>
            <a:lvl2pPr marL="712788" indent="-273050">
              <a:buClr>
                <a:srgbClr val="CC0C0C"/>
              </a:buClr>
              <a:buSzPct val="90000"/>
              <a:buFontTx/>
              <a:buBlip>
                <a:blip r:embed="rId2"/>
              </a:buBlip>
              <a:defRPr sz="2400" baseline="0">
                <a:latin typeface="Verdana" pitchFamily="34" charset="0"/>
                <a:ea typeface="MS UI Gothic" pitchFamily="50" charset="-128"/>
              </a:defRPr>
            </a:lvl2pPr>
            <a:lvl3pPr marL="1079500" indent="-265113">
              <a:buClr>
                <a:schemeClr val="tx1">
                  <a:lumMod val="75000"/>
                  <a:lumOff val="25000"/>
                </a:schemeClr>
              </a:buClr>
              <a:buSzPct val="80000"/>
              <a:buFont typeface="Wingdings" pitchFamily="2" charset="2"/>
              <a:buChar char="n"/>
              <a:defRPr sz="2000" baseline="0">
                <a:latin typeface="Verdana" pitchFamily="34" charset="0"/>
                <a:ea typeface="MS UI Gothic" pitchFamily="50" charset="-128"/>
              </a:defRPr>
            </a:lvl3pPr>
            <a:lvl4pPr marL="1347788" indent="-228600">
              <a:buClr>
                <a:srgbClr val="CC0C0C"/>
              </a:buClr>
              <a:buSzPct val="90000"/>
              <a:buFont typeface="Wingdings" pitchFamily="2" charset="2"/>
              <a:buChar char="l"/>
              <a:defRPr sz="1800" baseline="0">
                <a:latin typeface="Verdana" pitchFamily="34" charset="0"/>
                <a:ea typeface="MS UI Gothic" pitchFamily="50" charset="-128"/>
              </a:defRPr>
            </a:lvl4pPr>
            <a:lvl5pPr marL="1616075" indent="-228600">
              <a:buClr>
                <a:schemeClr val="tx1">
                  <a:lumMod val="65000"/>
                  <a:lumOff val="35000"/>
                </a:schemeClr>
              </a:buClr>
              <a:buSzPct val="80000"/>
              <a:buFontTx/>
              <a:buBlip>
                <a:blip r:embed="rId3"/>
              </a:buBlip>
              <a:defRPr sz="1800" baseline="0">
                <a:latin typeface="Verdana" pitchFamily="34" charset="0"/>
                <a:ea typeface="MS UI Gothic" pitchFamily="50" charset="-128"/>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
        <p:nvSpPr>
          <p:cNvPr id="20" name="スライド番号プレースホルダ 5"/>
          <p:cNvSpPr>
            <a:spLocks noGrp="1"/>
          </p:cNvSpPr>
          <p:nvPr>
            <p:ph type="sldNum" sz="quarter" idx="4"/>
          </p:nvPr>
        </p:nvSpPr>
        <p:spPr>
          <a:xfrm>
            <a:off x="285709" y="6429397"/>
            <a:ext cx="857256" cy="365125"/>
          </a:xfrm>
          <a:prstGeom prst="rect">
            <a:avLst/>
          </a:prstGeom>
        </p:spPr>
        <p:txBody>
          <a:bodyPr/>
          <a:lstStyle>
            <a:lvl1pPr algn="l">
              <a:defRPr/>
            </a:lvl1pPr>
          </a:lstStyle>
          <a:p>
            <a:fld id="{D62FC8E6-C2BF-4CD1-AEFE-B55A8C62BFE5}" type="slidenum">
              <a:rPr kumimoji="1" lang="ja-JP" altLang="en-US" smtClean="0"/>
              <a:t>‹#›</a:t>
            </a:fld>
            <a:endParaRPr kumimoji="1" lang="ja-JP" altLang="en-US"/>
          </a:p>
        </p:txBody>
      </p:sp>
    </p:spTree>
    <p:extLst>
      <p:ext uri="{BB962C8B-B14F-4D97-AF65-F5344CB8AC3E}">
        <p14:creationId xmlns:p14="http://schemas.microsoft.com/office/powerpoint/2010/main" val="20025117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2000221" y="3127380"/>
            <a:ext cx="10001320" cy="1285883"/>
          </a:xfrm>
        </p:spPr>
        <p:txBody>
          <a:bodyPr anchor="b" anchorCtr="0">
            <a:normAutofit/>
          </a:bodyPr>
          <a:lstStyle>
            <a:lvl1pPr algn="r">
              <a:defRPr sz="4000">
                <a:latin typeface="+mn-ea"/>
                <a:ea typeface="+mn-ea"/>
              </a:defRPr>
            </a:lvl1pPr>
          </a:lstStyle>
          <a:p>
            <a:r>
              <a:rPr kumimoji="1" lang="ja-JP" altLang="en-US"/>
              <a:t>マスター タイトルの書式設定</a:t>
            </a:r>
            <a:endParaRPr kumimoji="1" lang="ja-JP" altLang="en-US" dirty="0"/>
          </a:p>
        </p:txBody>
      </p:sp>
      <p:sp>
        <p:nvSpPr>
          <p:cNvPr id="3" name="サブタイトル 2"/>
          <p:cNvSpPr>
            <a:spLocks noGrp="1"/>
          </p:cNvSpPr>
          <p:nvPr>
            <p:ph type="subTitle" idx="1"/>
          </p:nvPr>
        </p:nvSpPr>
        <p:spPr>
          <a:xfrm>
            <a:off x="2000221" y="5127643"/>
            <a:ext cx="9963160" cy="508001"/>
          </a:xfrm>
        </p:spPr>
        <p:txBody>
          <a:bodyPr/>
          <a:lstStyle>
            <a:lvl1pPr marL="0" indent="0" algn="r">
              <a:buNone/>
              <a:defRPr sz="2800">
                <a:solidFill>
                  <a:schemeClr val="tx1">
                    <a:tint val="75000"/>
                  </a:schemeClr>
                </a:solidFill>
                <a:latin typeface="+mn-ea"/>
                <a:ea typeface="+mn-ea"/>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1" lang="ja-JP" altLang="en-US"/>
              <a:t>マスター サブタイトルの書式設定</a:t>
            </a:r>
            <a:endParaRPr kumimoji="1" lang="ja-JP" altLang="en-US" dirty="0"/>
          </a:p>
        </p:txBody>
      </p:sp>
      <p:sp>
        <p:nvSpPr>
          <p:cNvPr id="7" name="正方形/長方形 6"/>
          <p:cNvSpPr/>
          <p:nvPr/>
        </p:nvSpPr>
        <p:spPr>
          <a:xfrm>
            <a:off x="8166115" y="4484701"/>
            <a:ext cx="2209816" cy="107157"/>
          </a:xfrm>
          <a:prstGeom prst="rect">
            <a:avLst/>
          </a:prstGeom>
          <a:solidFill>
            <a:srgbClr val="000000"/>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正方形/長方形 7"/>
          <p:cNvSpPr/>
          <p:nvPr/>
        </p:nvSpPr>
        <p:spPr>
          <a:xfrm>
            <a:off x="10356880" y="4484700"/>
            <a:ext cx="1809720" cy="214314"/>
          </a:xfrm>
          <a:prstGeom prst="rect">
            <a:avLst/>
          </a:prstGeom>
          <a:solidFill>
            <a:srgbClr val="CC0C0C"/>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正方形/長方形 8"/>
          <p:cNvSpPr/>
          <p:nvPr/>
        </p:nvSpPr>
        <p:spPr>
          <a:xfrm>
            <a:off x="5213344" y="4591858"/>
            <a:ext cx="4591083" cy="107157"/>
          </a:xfrm>
          <a:prstGeom prst="rect">
            <a:avLst/>
          </a:prstGeom>
          <a:solidFill>
            <a:srgbClr val="CC0C0C"/>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正方形/長方形 9"/>
          <p:cNvSpPr/>
          <p:nvPr/>
        </p:nvSpPr>
        <p:spPr>
          <a:xfrm>
            <a:off x="1974822" y="4484702"/>
            <a:ext cx="6191295" cy="107157"/>
          </a:xfrm>
          <a:prstGeom prst="rect">
            <a:avLst/>
          </a:prstGeom>
          <a:solidFill>
            <a:srgbClr val="CC0C0C"/>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正方形/長方形 10"/>
          <p:cNvSpPr/>
          <p:nvPr/>
        </p:nvSpPr>
        <p:spPr>
          <a:xfrm>
            <a:off x="7499360" y="4699014"/>
            <a:ext cx="2857520" cy="214314"/>
          </a:xfrm>
          <a:prstGeom prst="rect">
            <a:avLst/>
          </a:prstGeom>
          <a:solidFill>
            <a:srgbClr val="000000"/>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正方形/長方形 11"/>
          <p:cNvSpPr/>
          <p:nvPr/>
        </p:nvSpPr>
        <p:spPr>
          <a:xfrm>
            <a:off x="6451603" y="4699015"/>
            <a:ext cx="1047757" cy="107157"/>
          </a:xfrm>
          <a:prstGeom prst="rect">
            <a:avLst/>
          </a:prstGeom>
          <a:solidFill>
            <a:srgbClr val="000000"/>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正方形/長方形 12"/>
          <p:cNvSpPr/>
          <p:nvPr/>
        </p:nvSpPr>
        <p:spPr>
          <a:xfrm>
            <a:off x="10356880" y="4699015"/>
            <a:ext cx="1809720" cy="107157"/>
          </a:xfrm>
          <a:prstGeom prst="rect">
            <a:avLst/>
          </a:prstGeom>
          <a:solidFill>
            <a:srgbClr val="000000"/>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正方形/長方形 13"/>
          <p:cNvSpPr/>
          <p:nvPr/>
        </p:nvSpPr>
        <p:spPr>
          <a:xfrm>
            <a:off x="10833134" y="4913329"/>
            <a:ext cx="762005" cy="107157"/>
          </a:xfrm>
          <a:prstGeom prst="rect">
            <a:avLst/>
          </a:prstGeom>
          <a:solidFill>
            <a:srgbClr val="CC0C0C"/>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日付プレースホルダ 14"/>
          <p:cNvSpPr>
            <a:spLocks noGrp="1"/>
          </p:cNvSpPr>
          <p:nvPr>
            <p:ph type="dt" sz="half" idx="10"/>
          </p:nvPr>
        </p:nvSpPr>
        <p:spPr>
          <a:xfrm>
            <a:off x="10477531" y="5707082"/>
            <a:ext cx="1524011" cy="365125"/>
          </a:xfrm>
          <a:prstGeom prst="rect">
            <a:avLst/>
          </a:prstGeom>
        </p:spPr>
        <p:txBody>
          <a:bodyPr/>
          <a:lstStyle>
            <a:lvl1pPr>
              <a:defRPr sz="1400">
                <a:latin typeface="メイリオ" pitchFamily="50" charset="-128"/>
                <a:ea typeface="メイリオ" pitchFamily="50" charset="-128"/>
              </a:defRPr>
            </a:lvl1pPr>
          </a:lstStyle>
          <a:p>
            <a:fld id="{1D8AA8BD-6452-4C4E-9B2A-AB954F899779}" type="datetimeFigureOut">
              <a:rPr kumimoji="1" lang="ja-JP" altLang="en-US" smtClean="0"/>
              <a:t>2026/1/8</a:t>
            </a:fld>
            <a:endParaRPr kumimoji="1" lang="ja-JP" altLang="en-US"/>
          </a:p>
        </p:txBody>
      </p:sp>
      <p:sp>
        <p:nvSpPr>
          <p:cNvPr id="19" name="テキスト ボックス 18"/>
          <p:cNvSpPr txBox="1"/>
          <p:nvPr/>
        </p:nvSpPr>
        <p:spPr>
          <a:xfrm>
            <a:off x="870283" y="1294614"/>
            <a:ext cx="2364429" cy="276999"/>
          </a:xfrm>
          <a:prstGeom prst="rect">
            <a:avLst/>
          </a:prstGeom>
          <a:noFill/>
        </p:spPr>
        <p:txBody>
          <a:bodyPr wrap="none" rtlCol="0">
            <a:spAutoFit/>
          </a:bodyPr>
          <a:lstStyle/>
          <a:p>
            <a:pPr algn="ctr"/>
            <a:r>
              <a:rPr kumimoji="1" lang="en-US" altLang="ja-JP" sz="1200" baseline="0" dirty="0">
                <a:solidFill>
                  <a:schemeClr val="tx1">
                    <a:lumMod val="75000"/>
                    <a:lumOff val="25000"/>
                  </a:schemeClr>
                </a:solidFill>
                <a:latin typeface="Verdana" pitchFamily="34" charset="0"/>
              </a:rPr>
              <a:t>http://www.exmotion.co.jp/</a:t>
            </a:r>
            <a:endParaRPr kumimoji="1" lang="ja-JP" altLang="en-US" sz="1200" baseline="0" dirty="0">
              <a:solidFill>
                <a:schemeClr val="tx1">
                  <a:lumMod val="75000"/>
                  <a:lumOff val="25000"/>
                </a:schemeClr>
              </a:solidFill>
              <a:latin typeface="Verdana" pitchFamily="34" charset="0"/>
            </a:endParaRPr>
          </a:p>
        </p:txBody>
      </p:sp>
      <p:pic>
        <p:nvPicPr>
          <p:cNvPr id="1027" name="Picture 3" descr="C:\Documents and Settings\yuji.miwa\My Documents\My Pictures\00_EXM\キャッチコピー【あり】\logo_m.gif"/>
          <p:cNvPicPr>
            <a:picLocks noChangeAspect="1" noChangeArrowheads="1"/>
          </p:cNvPicPr>
          <p:nvPr/>
        </p:nvPicPr>
        <p:blipFill>
          <a:blip r:embed="rId2" cstate="print"/>
          <a:srcRect/>
          <a:stretch>
            <a:fillRect/>
          </a:stretch>
        </p:blipFill>
        <p:spPr bwMode="auto">
          <a:xfrm>
            <a:off x="476211" y="285728"/>
            <a:ext cx="3124200" cy="1009650"/>
          </a:xfrm>
          <a:prstGeom prst="rect">
            <a:avLst/>
          </a:prstGeom>
          <a:noFill/>
        </p:spPr>
      </p:pic>
      <p:sp>
        <p:nvSpPr>
          <p:cNvPr id="16" name="正方形/長方形 15"/>
          <p:cNvSpPr/>
          <p:nvPr/>
        </p:nvSpPr>
        <p:spPr>
          <a:xfrm>
            <a:off x="8166115" y="4484701"/>
            <a:ext cx="2209816" cy="107157"/>
          </a:xfrm>
          <a:prstGeom prst="rect">
            <a:avLst/>
          </a:prstGeom>
          <a:solidFill>
            <a:srgbClr val="000000"/>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正方形/長方形 16"/>
          <p:cNvSpPr/>
          <p:nvPr/>
        </p:nvSpPr>
        <p:spPr>
          <a:xfrm>
            <a:off x="10356880" y="4484700"/>
            <a:ext cx="1809720" cy="214314"/>
          </a:xfrm>
          <a:prstGeom prst="rect">
            <a:avLst/>
          </a:prstGeom>
          <a:solidFill>
            <a:srgbClr val="CC0C0C"/>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正方形/長方形 17"/>
          <p:cNvSpPr/>
          <p:nvPr/>
        </p:nvSpPr>
        <p:spPr>
          <a:xfrm>
            <a:off x="5213344" y="4591858"/>
            <a:ext cx="4591083" cy="107157"/>
          </a:xfrm>
          <a:prstGeom prst="rect">
            <a:avLst/>
          </a:prstGeom>
          <a:solidFill>
            <a:srgbClr val="CC0C0C"/>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正方形/長方形 19"/>
          <p:cNvSpPr/>
          <p:nvPr/>
        </p:nvSpPr>
        <p:spPr>
          <a:xfrm>
            <a:off x="1974822" y="4484702"/>
            <a:ext cx="6191295" cy="107157"/>
          </a:xfrm>
          <a:prstGeom prst="rect">
            <a:avLst/>
          </a:prstGeom>
          <a:solidFill>
            <a:srgbClr val="CC0C0C"/>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正方形/長方形 20"/>
          <p:cNvSpPr/>
          <p:nvPr/>
        </p:nvSpPr>
        <p:spPr>
          <a:xfrm>
            <a:off x="7499360" y="4699014"/>
            <a:ext cx="2857520" cy="214314"/>
          </a:xfrm>
          <a:prstGeom prst="rect">
            <a:avLst/>
          </a:prstGeom>
          <a:solidFill>
            <a:srgbClr val="000000"/>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正方形/長方形 21"/>
          <p:cNvSpPr/>
          <p:nvPr/>
        </p:nvSpPr>
        <p:spPr>
          <a:xfrm>
            <a:off x="6451603" y="4699015"/>
            <a:ext cx="1047757" cy="107157"/>
          </a:xfrm>
          <a:prstGeom prst="rect">
            <a:avLst/>
          </a:prstGeom>
          <a:solidFill>
            <a:srgbClr val="000000"/>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正方形/長方形 22"/>
          <p:cNvSpPr/>
          <p:nvPr/>
        </p:nvSpPr>
        <p:spPr>
          <a:xfrm>
            <a:off x="10356880" y="4699015"/>
            <a:ext cx="1809720" cy="107157"/>
          </a:xfrm>
          <a:prstGeom prst="rect">
            <a:avLst/>
          </a:prstGeom>
          <a:solidFill>
            <a:srgbClr val="000000"/>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正方形/長方形 23"/>
          <p:cNvSpPr/>
          <p:nvPr/>
        </p:nvSpPr>
        <p:spPr>
          <a:xfrm>
            <a:off x="10833134" y="4913329"/>
            <a:ext cx="762005" cy="107157"/>
          </a:xfrm>
          <a:prstGeom prst="rect">
            <a:avLst/>
          </a:prstGeom>
          <a:solidFill>
            <a:srgbClr val="CC0C0C"/>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テキスト ボックス 24"/>
          <p:cNvSpPr txBox="1"/>
          <p:nvPr/>
        </p:nvSpPr>
        <p:spPr>
          <a:xfrm>
            <a:off x="870283" y="1294614"/>
            <a:ext cx="2364429" cy="276999"/>
          </a:xfrm>
          <a:prstGeom prst="rect">
            <a:avLst/>
          </a:prstGeom>
          <a:noFill/>
        </p:spPr>
        <p:txBody>
          <a:bodyPr wrap="none" rtlCol="0">
            <a:spAutoFit/>
          </a:bodyPr>
          <a:lstStyle/>
          <a:p>
            <a:pPr algn="ctr"/>
            <a:r>
              <a:rPr kumimoji="1" lang="en-US" altLang="ja-JP" sz="1200" baseline="0" dirty="0">
                <a:solidFill>
                  <a:schemeClr val="tx1">
                    <a:lumMod val="75000"/>
                    <a:lumOff val="25000"/>
                  </a:schemeClr>
                </a:solidFill>
                <a:latin typeface="Verdana" pitchFamily="34" charset="0"/>
              </a:rPr>
              <a:t>http://www.exmotion.co.jp/</a:t>
            </a:r>
            <a:endParaRPr kumimoji="1" lang="ja-JP" altLang="en-US" sz="1200" baseline="0" dirty="0">
              <a:solidFill>
                <a:schemeClr val="tx1">
                  <a:lumMod val="75000"/>
                  <a:lumOff val="25000"/>
                </a:schemeClr>
              </a:solidFill>
              <a:latin typeface="Verdana" pitchFamily="34" charset="0"/>
            </a:endParaRPr>
          </a:p>
        </p:txBody>
      </p:sp>
      <p:pic>
        <p:nvPicPr>
          <p:cNvPr id="26" name="Picture 3" descr="C:\Documents and Settings\yuji.miwa\My Documents\My Pictures\00_EXM\キャッチコピー【あり】\logo_m.gif"/>
          <p:cNvPicPr>
            <a:picLocks noChangeAspect="1" noChangeArrowheads="1"/>
          </p:cNvPicPr>
          <p:nvPr/>
        </p:nvPicPr>
        <p:blipFill>
          <a:blip r:embed="rId2" cstate="print"/>
          <a:srcRect/>
          <a:stretch>
            <a:fillRect/>
          </a:stretch>
        </p:blipFill>
        <p:spPr bwMode="auto">
          <a:xfrm>
            <a:off x="476211" y="285728"/>
            <a:ext cx="3124200" cy="1009650"/>
          </a:xfrm>
          <a:prstGeom prst="rect">
            <a:avLst/>
          </a:prstGeom>
          <a:noFill/>
        </p:spPr>
      </p:pic>
    </p:spTree>
    <p:extLst>
      <p:ext uri="{BB962C8B-B14F-4D97-AF65-F5344CB8AC3E}">
        <p14:creationId xmlns:p14="http://schemas.microsoft.com/office/powerpoint/2010/main" val="12307138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gif"/><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kumimoji="1" lang="ja-JP" altLang="en-US" dirty="0"/>
              <a:t>マスタ タイトルの書式設定</a:t>
            </a:r>
          </a:p>
        </p:txBody>
      </p:sp>
      <p:sp>
        <p:nvSpPr>
          <p:cNvPr id="3" name="テキスト プレースホルダ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kumimoji="1" lang="ja-JP" altLang="en-US" dirty="0"/>
              <a:t>マスタ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9" name="フッター プレースホルダ 16"/>
          <p:cNvSpPr txBox="1">
            <a:spLocks/>
          </p:cNvSpPr>
          <p:nvPr/>
        </p:nvSpPr>
        <p:spPr>
          <a:xfrm>
            <a:off x="8001013" y="6412721"/>
            <a:ext cx="3714776" cy="357166"/>
          </a:xfrm>
          <a:prstGeom prst="rect">
            <a:avLst/>
          </a:prstGeom>
        </p:spPr>
        <p:txBody>
          <a:bodyPr/>
          <a:lstStyle>
            <a:lvl1pPr algn="ctr">
              <a:defRPr sz="1050" baseline="0">
                <a:latin typeface="Verdana"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050" b="0" i="0" u="none" strike="noStrike" kern="1200" cap="none" spc="0" normalizeH="0" baseline="0" noProof="0" dirty="0">
                <a:ln>
                  <a:noFill/>
                </a:ln>
                <a:solidFill>
                  <a:schemeClr val="tx1"/>
                </a:solidFill>
                <a:effectLst/>
                <a:uLnTx/>
                <a:uFillTx/>
                <a:latin typeface="メイリオ" pitchFamily="50" charset="-128"/>
                <a:ea typeface="メイリオ" pitchFamily="50" charset="-128"/>
                <a:cs typeface="+mn-cs"/>
              </a:rPr>
              <a:t>Copyright © 2025 eXmotion Co., Ltd.</a:t>
            </a:r>
          </a:p>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050" b="0" i="0" u="none" strike="noStrike" kern="1200" cap="none" spc="0" normalizeH="0" baseline="0" noProof="0" dirty="0">
                <a:ln>
                  <a:noFill/>
                </a:ln>
                <a:solidFill>
                  <a:schemeClr val="tx1"/>
                </a:solidFill>
                <a:effectLst/>
                <a:uLnTx/>
                <a:uFillTx/>
                <a:latin typeface="メイリオ" pitchFamily="50" charset="-128"/>
                <a:ea typeface="メイリオ" pitchFamily="50" charset="-128"/>
                <a:cs typeface="+mn-cs"/>
              </a:rPr>
              <a:t>All rights reserved.</a:t>
            </a:r>
            <a:endParaRPr kumimoji="1" lang="ja-JP" altLang="en-US" sz="1050" b="0" i="0" u="none" strike="noStrike" kern="1200" cap="none" spc="0" normalizeH="0" baseline="0" noProof="0" dirty="0">
              <a:ln>
                <a:noFill/>
              </a:ln>
              <a:solidFill>
                <a:schemeClr val="tx1"/>
              </a:solidFill>
              <a:effectLst/>
              <a:uLnTx/>
              <a:uFillTx/>
              <a:latin typeface="メイリオ" pitchFamily="50" charset="-128"/>
              <a:ea typeface="メイリオ" pitchFamily="50" charset="-128"/>
              <a:cs typeface="+mn-cs"/>
            </a:endParaRPr>
          </a:p>
        </p:txBody>
      </p:sp>
      <p:pic>
        <p:nvPicPr>
          <p:cNvPr id="7" name="Picture 2" descr="C:\Documents and Settings\yuji.miwa\My Documents\My Pictures\00_EXM\X_回転\10sec_small.gif">
            <a:extLst>
              <a:ext uri="{FF2B5EF4-FFF2-40B4-BE49-F238E27FC236}">
                <a16:creationId xmlns:a16="http://schemas.microsoft.com/office/drawing/2014/main" id="{ED233246-B944-47FE-A012-29300EB23430}"/>
              </a:ext>
            </a:extLst>
          </p:cNvPr>
          <p:cNvPicPr>
            <a:picLocks noChangeAspect="1" noChangeArrowheads="1" noCrop="1"/>
          </p:cNvPicPr>
          <p:nvPr/>
        </p:nvPicPr>
        <p:blipFill>
          <a:blip r:embed="rId16" cstate="print"/>
          <a:srcRect/>
          <a:stretch>
            <a:fillRect/>
          </a:stretch>
        </p:blipFill>
        <p:spPr bwMode="auto">
          <a:xfrm>
            <a:off x="11708130" y="6370320"/>
            <a:ext cx="476250" cy="476250"/>
          </a:xfrm>
          <a:prstGeom prst="rect">
            <a:avLst/>
          </a:prstGeom>
          <a:noFill/>
        </p:spPr>
      </p:pic>
      <p:sp>
        <p:nvSpPr>
          <p:cNvPr id="4" name="テキスト ボックス 3">
            <a:extLst>
              <a:ext uri="{FF2B5EF4-FFF2-40B4-BE49-F238E27FC236}">
                <a16:creationId xmlns:a16="http://schemas.microsoft.com/office/drawing/2014/main" id="{ECA5B662-95F9-45AF-83E1-4DEE1C5A3340}"/>
              </a:ext>
            </a:extLst>
          </p:cNvPr>
          <p:cNvSpPr txBox="1"/>
          <p:nvPr/>
        </p:nvSpPr>
        <p:spPr>
          <a:xfrm>
            <a:off x="285709" y="6413770"/>
            <a:ext cx="582930" cy="338554"/>
          </a:xfrm>
          <a:prstGeom prst="rect">
            <a:avLst/>
          </a:prstGeom>
          <a:noFill/>
        </p:spPr>
        <p:txBody>
          <a:bodyPr wrap="square" rtlCol="0">
            <a:spAutoFit/>
          </a:bodyPr>
          <a:lstStyle/>
          <a:p>
            <a:fld id="{C3177A3D-317D-4B67-B1BC-79E0A74D6679}" type="slidenum">
              <a:rPr lang="ja-JP" altLang="en-US" sz="1600" smtClean="0">
                <a:latin typeface="+mn-ea"/>
                <a:ea typeface="+mn-ea"/>
              </a:rPr>
              <a:pPr/>
              <a:t>‹#›</a:t>
            </a:fld>
            <a:endParaRPr kumimoji="1" lang="ja-JP" altLang="en-US" sz="1600" dirty="0">
              <a:latin typeface="+mn-ea"/>
              <a:ea typeface="+mn-ea"/>
            </a:endParaRPr>
          </a:p>
        </p:txBody>
      </p:sp>
    </p:spTree>
    <p:extLst>
      <p:ext uri="{BB962C8B-B14F-4D97-AF65-F5344CB8AC3E}">
        <p14:creationId xmlns:p14="http://schemas.microsoft.com/office/powerpoint/2010/main" val="310775989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Lst>
  <p:txStyles>
    <p:titleStyle>
      <a:lvl1pPr algn="ctr" defTabSz="914400" rtl="0" eaLnBrk="1" latinLnBrk="0" hangingPunct="1">
        <a:spcBef>
          <a:spcPct val="0"/>
        </a:spcBef>
        <a:buNone/>
        <a:defRPr kumimoji="1" sz="4400" kern="1200">
          <a:solidFill>
            <a:schemeClr val="tx1"/>
          </a:solidFill>
          <a:latin typeface="+mn-ea"/>
          <a:ea typeface="+mn-ea"/>
          <a:cs typeface="+mj-cs"/>
        </a:defRPr>
      </a:lvl1pPr>
    </p:titleStyle>
    <p:body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mn-ea"/>
          <a:ea typeface="+mn-ea"/>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mn-ea"/>
          <a:ea typeface="+mn-ea"/>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mn-ea"/>
          <a:ea typeface="+mn-ea"/>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mn-ea"/>
          <a:ea typeface="+mn-ea"/>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mn-ea"/>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BE78A85-E294-6EB1-932F-04E6A619218B}"/>
              </a:ext>
            </a:extLst>
          </p:cNvPr>
          <p:cNvSpPr>
            <a:spLocks noGrp="1"/>
          </p:cNvSpPr>
          <p:nvPr>
            <p:ph type="ctrTitle"/>
          </p:nvPr>
        </p:nvSpPr>
        <p:spPr/>
        <p:txBody>
          <a:bodyPr/>
          <a:lstStyle/>
          <a:p>
            <a:endParaRPr kumimoji="1" lang="ja-JP" altLang="en-US"/>
          </a:p>
        </p:txBody>
      </p:sp>
      <p:sp>
        <p:nvSpPr>
          <p:cNvPr id="3" name="字幕 2">
            <a:extLst>
              <a:ext uri="{FF2B5EF4-FFF2-40B4-BE49-F238E27FC236}">
                <a16:creationId xmlns:a16="http://schemas.microsoft.com/office/drawing/2014/main" id="{8A79A69B-C5CE-EA4F-0457-3C557A353987}"/>
              </a:ext>
            </a:extLst>
          </p:cNvPr>
          <p:cNvSpPr>
            <a:spLocks noGrp="1"/>
          </p:cNvSpPr>
          <p:nvPr>
            <p:ph type="subTitle" idx="1"/>
          </p:nvPr>
        </p:nvSpPr>
        <p:spPr/>
        <p:txBody>
          <a:bodyPr/>
          <a:lstStyle/>
          <a:p>
            <a:endParaRPr kumimoji="1" lang="ja-JP" altLang="en-US"/>
          </a:p>
        </p:txBody>
      </p:sp>
    </p:spTree>
    <p:extLst>
      <p:ext uri="{BB962C8B-B14F-4D97-AF65-F5344CB8AC3E}">
        <p14:creationId xmlns:p14="http://schemas.microsoft.com/office/powerpoint/2010/main" val="14433105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60D6735-1955-FB2E-C49B-3132D945D1C1}"/>
              </a:ext>
            </a:extLst>
          </p:cNvPr>
          <p:cNvSpPr>
            <a:spLocks noGrp="1"/>
          </p:cNvSpPr>
          <p:nvPr>
            <p:ph type="title"/>
          </p:nvPr>
        </p:nvSpPr>
        <p:spPr/>
        <p:txBody>
          <a:bodyPr/>
          <a:lstStyle/>
          <a:p>
            <a:r>
              <a:rPr kumimoji="1" lang="ja-JP" altLang="en-US" dirty="0"/>
              <a:t>改造シートの検索</a:t>
            </a:r>
          </a:p>
        </p:txBody>
      </p:sp>
      <p:sp>
        <p:nvSpPr>
          <p:cNvPr id="3" name="コンテンツ プレースホルダー 2">
            <a:extLst>
              <a:ext uri="{FF2B5EF4-FFF2-40B4-BE49-F238E27FC236}">
                <a16:creationId xmlns:a16="http://schemas.microsoft.com/office/drawing/2014/main" id="{1BBBE7CE-A7E3-A308-B08A-316DCA40774D}"/>
              </a:ext>
            </a:extLst>
          </p:cNvPr>
          <p:cNvSpPr>
            <a:spLocks noGrp="1"/>
          </p:cNvSpPr>
          <p:nvPr>
            <p:ph idx="1"/>
          </p:nvPr>
        </p:nvSpPr>
        <p:spPr/>
        <p:txBody>
          <a:bodyPr/>
          <a:lstStyle/>
          <a:p>
            <a:r>
              <a:rPr kumimoji="1" lang="ja-JP" altLang="en-US" dirty="0"/>
              <a:t>目的</a:t>
            </a:r>
            <a:endParaRPr kumimoji="1" lang="en-US" altLang="ja-JP" dirty="0"/>
          </a:p>
          <a:p>
            <a:pPr lvl="1"/>
            <a:r>
              <a:rPr lang="ja-JP" altLang="en-US" dirty="0"/>
              <a:t>開発テーマ案件決定後に、既存の改造シートで似た記述（＝似た機能仕様書が記載されている）を持つものを検索結果として出したい</a:t>
            </a:r>
            <a:endParaRPr lang="en-US" altLang="ja-JP" dirty="0"/>
          </a:p>
          <a:p>
            <a:pPr lvl="1"/>
            <a:r>
              <a:rPr lang="ja-JP" altLang="en-US" dirty="0"/>
              <a:t>既存改造シートの記述から変更範囲を推測したい</a:t>
            </a:r>
            <a:endParaRPr lang="en-US" altLang="ja-JP" dirty="0"/>
          </a:p>
          <a:p>
            <a:r>
              <a:rPr kumimoji="1" lang="ja-JP" altLang="en-US" dirty="0"/>
              <a:t>改造シート間での記載されている機能仕様書の重複度を定義</a:t>
            </a:r>
            <a:endParaRPr kumimoji="1" lang="en-US" altLang="ja-JP" dirty="0"/>
          </a:p>
          <a:p>
            <a:pPr lvl="1"/>
            <a:r>
              <a:rPr lang="ja-JP" altLang="en-US" dirty="0"/>
              <a:t>関連度マトリクス</a:t>
            </a:r>
            <a:endParaRPr kumimoji="1" lang="ja-JP" altLang="en-US" dirty="0"/>
          </a:p>
        </p:txBody>
      </p:sp>
    </p:spTree>
    <p:extLst>
      <p:ext uri="{BB962C8B-B14F-4D97-AF65-F5344CB8AC3E}">
        <p14:creationId xmlns:p14="http://schemas.microsoft.com/office/powerpoint/2010/main" val="36460993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B03033F-72DB-E226-039C-9366DAD8828D}"/>
              </a:ext>
            </a:extLst>
          </p:cNvPr>
          <p:cNvSpPr>
            <a:spLocks noGrp="1"/>
          </p:cNvSpPr>
          <p:nvPr>
            <p:ph type="title"/>
          </p:nvPr>
        </p:nvSpPr>
        <p:spPr/>
        <p:txBody>
          <a:bodyPr/>
          <a:lstStyle/>
          <a:p>
            <a:r>
              <a:rPr kumimoji="1" lang="ja-JP" altLang="en-US" dirty="0"/>
              <a:t>開発テーマ案件からの検索結果</a:t>
            </a:r>
          </a:p>
        </p:txBody>
      </p:sp>
      <p:sp>
        <p:nvSpPr>
          <p:cNvPr id="3" name="コンテンツ プレースホルダー 2">
            <a:extLst>
              <a:ext uri="{FF2B5EF4-FFF2-40B4-BE49-F238E27FC236}">
                <a16:creationId xmlns:a16="http://schemas.microsoft.com/office/drawing/2014/main" id="{8C6A3262-31C5-AD3B-9CB3-053986EF84F3}"/>
              </a:ext>
            </a:extLst>
          </p:cNvPr>
          <p:cNvSpPr>
            <a:spLocks noGrp="1"/>
          </p:cNvSpPr>
          <p:nvPr>
            <p:ph idx="1"/>
          </p:nvPr>
        </p:nvSpPr>
        <p:spPr/>
        <p:txBody>
          <a:bodyPr/>
          <a:lstStyle/>
          <a:p>
            <a:r>
              <a:rPr kumimoji="1" lang="ja-JP" altLang="en-US" dirty="0"/>
              <a:t>いまい</a:t>
            </a:r>
            <a:r>
              <a:rPr kumimoji="1" lang="ja-JP" altLang="en-US"/>
              <a:t>ちな結果（二つくらい）</a:t>
            </a:r>
            <a:endParaRPr kumimoji="1" lang="ja-JP" altLang="en-US" dirty="0"/>
          </a:p>
        </p:txBody>
      </p:sp>
    </p:spTree>
    <p:extLst>
      <p:ext uri="{BB962C8B-B14F-4D97-AF65-F5344CB8AC3E}">
        <p14:creationId xmlns:p14="http://schemas.microsoft.com/office/powerpoint/2010/main" val="15695609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F23F6AD-FA86-1EBA-E630-255FD10DEF15}"/>
              </a:ext>
            </a:extLst>
          </p:cNvPr>
          <p:cNvSpPr>
            <a:spLocks noGrp="1"/>
          </p:cNvSpPr>
          <p:nvPr>
            <p:ph type="title"/>
          </p:nvPr>
        </p:nvSpPr>
        <p:spPr/>
        <p:txBody>
          <a:bodyPr/>
          <a:lstStyle/>
          <a:p>
            <a:r>
              <a:rPr kumimoji="1" lang="ja-JP" altLang="en-US" dirty="0"/>
              <a:t>機能仕様書のあたりを付けて検索（現実的な使い方）</a:t>
            </a:r>
          </a:p>
        </p:txBody>
      </p:sp>
      <p:sp>
        <p:nvSpPr>
          <p:cNvPr id="3" name="コンテンツ プレースホルダー 2">
            <a:extLst>
              <a:ext uri="{FF2B5EF4-FFF2-40B4-BE49-F238E27FC236}">
                <a16:creationId xmlns:a16="http://schemas.microsoft.com/office/drawing/2014/main" id="{AC9E74D8-7826-9C91-827A-574F1256CA6E}"/>
              </a:ext>
            </a:extLst>
          </p:cNvPr>
          <p:cNvSpPr>
            <a:spLocks noGrp="1"/>
          </p:cNvSpPr>
          <p:nvPr>
            <p:ph idx="1"/>
          </p:nvPr>
        </p:nvSpPr>
        <p:spPr/>
        <p:txBody>
          <a:bodyPr/>
          <a:lstStyle/>
          <a:p>
            <a:r>
              <a:rPr kumimoji="1" lang="ja-JP" altLang="en-US" dirty="0"/>
              <a:t>変更が入りそうな機能仕様書のキーワードを検索クエリとして改造シートを検索</a:t>
            </a:r>
            <a:endParaRPr kumimoji="1" lang="en-US" altLang="ja-JP" dirty="0"/>
          </a:p>
          <a:p>
            <a:r>
              <a:rPr lang="ja-JP" altLang="en-US" dirty="0"/>
              <a:t>キーワードとして入力した機能仕様書から芋づる式に他の機能仕様書名を特定していける</a:t>
            </a:r>
            <a:endParaRPr kumimoji="1" lang="ja-JP" altLang="en-US" dirty="0"/>
          </a:p>
        </p:txBody>
      </p:sp>
    </p:spTree>
    <p:extLst>
      <p:ext uri="{BB962C8B-B14F-4D97-AF65-F5344CB8AC3E}">
        <p14:creationId xmlns:p14="http://schemas.microsoft.com/office/powerpoint/2010/main" val="2777420883"/>
      </p:ext>
    </p:extLst>
  </p:cSld>
  <p:clrMapOvr>
    <a:masterClrMapping/>
  </p:clrMapOvr>
</p:sld>
</file>

<file path=ppt/theme/theme1.xml><?xml version="1.0" encoding="utf-8"?>
<a:theme xmlns:a="http://schemas.openxmlformats.org/drawingml/2006/main" name="exm2">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ユーザー定義 3">
      <a:majorFont>
        <a:latin typeface="Meiryo UI"/>
        <a:ea typeface="Meiryo UI"/>
        <a:cs typeface=""/>
      </a:majorFont>
      <a:minorFont>
        <a:latin typeface="Meiryo UI"/>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9525">
          <a:solidFill>
            <a:schemeClr val="tx1"/>
          </a:solidFill>
        </a:ln>
      </a:spPr>
      <a:bodyPr lIns="36000" tIns="36000" rIns="36000" bIns="36000" rtlCol="0" anchor="ctr"/>
      <a:lstStyle>
        <a:defPPr algn="ctr">
          <a:defRPr kumimoji="1" sz="1400"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headEnd type="none" w="med" len="med"/>
          <a:tailEnd type="none" w="med" len="med"/>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defRPr kumimoji="1" dirty="0" smtClean="0">
            <a:latin typeface="Meiryo UI" panose="020B0604030504040204" pitchFamily="50" charset="-128"/>
            <a:ea typeface="Meiryo UI" panose="020B0604030504040204" pitchFamily="50" charset="-128"/>
          </a:defRPr>
        </a:defPPr>
      </a:lstStyle>
    </a:txDef>
  </a:objectDefaults>
  <a:extraClrSchemeLst/>
  <a:extLst>
    <a:ext uri="{05A4C25C-085E-4340-85A3-A5531E510DB2}">
      <thm15:themeFamily xmlns:thm15="http://schemas.microsoft.com/office/thememl/2012/main" name="exm2" id="{FE5D4112-3B82-4684-A7AF-11EB4ECCDCA5}" vid="{FB30AC19-CD63-438C-8276-DBF4267BB3F2}"/>
    </a:ext>
  </a:extLst>
</a:theme>
</file>

<file path=docProps/app.xml><?xml version="1.0" encoding="utf-8"?>
<Properties xmlns="http://schemas.openxmlformats.org/officeDocument/2006/extended-properties" xmlns:vt="http://schemas.openxmlformats.org/officeDocument/2006/docPropsVTypes">
  <Template>exm2</Template>
  <TotalTime>12</TotalTime>
  <Words>126</Words>
  <Application>Microsoft Office PowerPoint</Application>
  <PresentationFormat>ワイド画面</PresentationFormat>
  <Paragraphs>11</Paragraphs>
  <Slides>4</Slides>
  <Notes>0</Notes>
  <HiddenSlides>0</HiddenSlides>
  <MMClips>0</MMClips>
  <ScaleCrop>false</ScaleCrop>
  <HeadingPairs>
    <vt:vector size="6" baseType="variant">
      <vt:variant>
        <vt:lpstr>使用されているフォント</vt:lpstr>
      </vt:variant>
      <vt:variant>
        <vt:i4>7</vt:i4>
      </vt:variant>
      <vt:variant>
        <vt:lpstr>テーマ</vt:lpstr>
      </vt:variant>
      <vt:variant>
        <vt:i4>1</vt:i4>
      </vt:variant>
      <vt:variant>
        <vt:lpstr>スライド タイトル</vt:lpstr>
      </vt:variant>
      <vt:variant>
        <vt:i4>4</vt:i4>
      </vt:variant>
    </vt:vector>
  </HeadingPairs>
  <TitlesOfParts>
    <vt:vector size="12" baseType="lpstr">
      <vt:lpstr>Meiryo UI</vt:lpstr>
      <vt:lpstr>ＭＳ Ｐゴシック</vt:lpstr>
      <vt:lpstr>MS UI Gothic</vt:lpstr>
      <vt:lpstr>メイリオ</vt:lpstr>
      <vt:lpstr>Arial</vt:lpstr>
      <vt:lpstr>Verdana</vt:lpstr>
      <vt:lpstr>Wingdings</vt:lpstr>
      <vt:lpstr>exm2</vt:lpstr>
      <vt:lpstr>PowerPoint プレゼンテーション</vt:lpstr>
      <vt:lpstr>改造シートの検索</vt:lpstr>
      <vt:lpstr>開発テーマ案件からの検索結果</vt:lpstr>
      <vt:lpstr>機能仕様書のあたりを付けて検索（現実的な使い方）</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Sueyoshi Akira</dc:creator>
  <cp:lastModifiedBy>Sueyoshi Akira</cp:lastModifiedBy>
  <cp:revision>2</cp:revision>
  <dcterms:created xsi:type="dcterms:W3CDTF">2026-01-07T21:05:04Z</dcterms:created>
  <dcterms:modified xsi:type="dcterms:W3CDTF">2026-01-07T21:17:33Z</dcterms:modified>
</cp:coreProperties>
</file>