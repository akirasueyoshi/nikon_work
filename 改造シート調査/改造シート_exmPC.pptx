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2" r:id="rId4"/>
    <p:sldId id="263" r:id="rId5"/>
    <p:sldId id="264" r:id="rId6"/>
    <p:sldId id="257" r:id="rId7"/>
    <p:sldId id="259" r:id="rId8"/>
    <p:sldId id="265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E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11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0A776F-B844-4D78-80F7-08109714DD16}" type="doc">
      <dgm:prSet loTypeId="urn:microsoft.com/office/officeart/2005/8/layout/hierarchy2" loCatId="hierarchy" qsTypeId="urn:microsoft.com/office/officeart/2005/8/quickstyle/simple3" qsCatId="simple" csTypeId="urn:microsoft.com/office/officeart/2005/8/colors/accent2_3" csCatId="accent2" phldr="1"/>
      <dgm:spPr/>
      <dgm:t>
        <a:bodyPr/>
        <a:lstStyle/>
        <a:p>
          <a:endParaRPr kumimoji="1" lang="ja-JP" altLang="en-US"/>
        </a:p>
      </dgm:t>
    </dgm:pt>
    <dgm:pt modelId="{F480266A-BFB2-40BF-86C8-F924DDB44767}">
      <dgm:prSet phldrT="[テキスト]"/>
      <dgm:spPr/>
      <dgm:t>
        <a:bodyPr/>
        <a:lstStyle/>
        <a:p>
          <a:r>
            <a:rPr kumimoji="1" lang="ja-JP" altLang="en-US" dirty="0"/>
            <a:t>改造シート</a:t>
          </a:r>
        </a:p>
      </dgm:t>
    </dgm:pt>
    <dgm:pt modelId="{30DF2D20-2B80-417A-BE78-923132590ACD}" type="parTrans" cxnId="{0363EFBC-70AC-40F6-8E85-EBA1FE372ADE}">
      <dgm:prSet/>
      <dgm:spPr/>
      <dgm:t>
        <a:bodyPr/>
        <a:lstStyle/>
        <a:p>
          <a:endParaRPr kumimoji="1" lang="ja-JP" altLang="en-US"/>
        </a:p>
      </dgm:t>
    </dgm:pt>
    <dgm:pt modelId="{701F2B5B-1256-46B2-B40C-4E18F1FCDA46}" type="sibTrans" cxnId="{0363EFBC-70AC-40F6-8E85-EBA1FE372ADE}">
      <dgm:prSet/>
      <dgm:spPr/>
      <dgm:t>
        <a:bodyPr/>
        <a:lstStyle/>
        <a:p>
          <a:endParaRPr kumimoji="1" lang="ja-JP" altLang="en-US"/>
        </a:p>
      </dgm:t>
    </dgm:pt>
    <dgm:pt modelId="{E8D8AB18-958E-4ADE-A797-BA7A675A4206}">
      <dgm:prSet phldrT="[テキスト]"/>
      <dgm:spPr/>
      <dgm:t>
        <a:bodyPr/>
        <a:lstStyle/>
        <a:p>
          <a:r>
            <a:rPr kumimoji="1" lang="ja-JP" altLang="en-US" dirty="0"/>
            <a:t>開発テーマ</a:t>
          </a:r>
        </a:p>
      </dgm:t>
    </dgm:pt>
    <dgm:pt modelId="{D754356F-C7A5-4398-86D0-BF7EE2044F4E}" type="parTrans" cxnId="{6E353D83-6569-4F81-B7C5-DF2EDA7EF7C5}">
      <dgm:prSet/>
      <dgm:spPr/>
      <dgm:t>
        <a:bodyPr/>
        <a:lstStyle/>
        <a:p>
          <a:endParaRPr kumimoji="1" lang="ja-JP" altLang="en-US"/>
        </a:p>
      </dgm:t>
    </dgm:pt>
    <dgm:pt modelId="{D33A12FE-B7F0-4A70-B2DA-04219805C9DC}" type="sibTrans" cxnId="{6E353D83-6569-4F81-B7C5-DF2EDA7EF7C5}">
      <dgm:prSet/>
      <dgm:spPr/>
      <dgm:t>
        <a:bodyPr/>
        <a:lstStyle/>
        <a:p>
          <a:endParaRPr kumimoji="1" lang="ja-JP" altLang="en-US"/>
        </a:p>
      </dgm:t>
    </dgm:pt>
    <dgm:pt modelId="{86A08C31-DB61-4D78-B889-A06AB344F344}">
      <dgm:prSet phldrT="[テキスト]"/>
      <dgm:spPr/>
      <dgm:t>
        <a:bodyPr/>
        <a:lstStyle/>
        <a:p>
          <a:r>
            <a:rPr kumimoji="1" lang="ja-JP" altLang="en-US" dirty="0"/>
            <a:t>開発テーマ</a:t>
          </a:r>
          <a:r>
            <a:rPr kumimoji="1" lang="en-US" altLang="ja-JP" dirty="0"/>
            <a:t>ID</a:t>
          </a:r>
          <a:endParaRPr kumimoji="1" lang="ja-JP" altLang="en-US" dirty="0"/>
        </a:p>
      </dgm:t>
    </dgm:pt>
    <dgm:pt modelId="{6BE8B2EF-DE1B-4B18-80FC-684A05B53E75}" type="parTrans" cxnId="{6B7EC131-C60F-4D21-A059-6BCF0BCEA5F3}">
      <dgm:prSet/>
      <dgm:spPr/>
      <dgm:t>
        <a:bodyPr/>
        <a:lstStyle/>
        <a:p>
          <a:endParaRPr kumimoji="1" lang="ja-JP" altLang="en-US"/>
        </a:p>
      </dgm:t>
    </dgm:pt>
    <dgm:pt modelId="{36D26AF9-49BC-48F1-8CE8-B985256A0304}" type="sibTrans" cxnId="{6B7EC131-C60F-4D21-A059-6BCF0BCEA5F3}">
      <dgm:prSet/>
      <dgm:spPr/>
      <dgm:t>
        <a:bodyPr/>
        <a:lstStyle/>
        <a:p>
          <a:endParaRPr kumimoji="1" lang="ja-JP" altLang="en-US"/>
        </a:p>
      </dgm:t>
    </dgm:pt>
    <dgm:pt modelId="{00F32963-43A8-43D1-87BD-62EAE18B7055}">
      <dgm:prSet phldrT="[テキスト]"/>
      <dgm:spPr/>
      <dgm:t>
        <a:bodyPr/>
        <a:lstStyle/>
        <a:p>
          <a:r>
            <a:rPr kumimoji="1" lang="ja-JP" altLang="en-US" dirty="0"/>
            <a:t>開発テーマ名</a:t>
          </a:r>
          <a:r>
            <a:rPr kumimoji="1" lang="en-US" altLang="ja-JP" dirty="0"/>
            <a:t>/</a:t>
          </a:r>
          <a:r>
            <a:rPr kumimoji="1" lang="ja-JP" altLang="en-US" dirty="0"/>
            <a:t>開発名称</a:t>
          </a:r>
        </a:p>
      </dgm:t>
    </dgm:pt>
    <dgm:pt modelId="{496B34A8-C4A6-455E-9EEB-0C0BAD148A8A}" type="parTrans" cxnId="{B615E774-6562-4342-B791-9A33F9CEEC34}">
      <dgm:prSet/>
      <dgm:spPr/>
      <dgm:t>
        <a:bodyPr/>
        <a:lstStyle/>
        <a:p>
          <a:endParaRPr kumimoji="1" lang="ja-JP" altLang="en-US"/>
        </a:p>
      </dgm:t>
    </dgm:pt>
    <dgm:pt modelId="{659D4A23-29CF-4C43-B1F8-A6BC4DC90824}" type="sibTrans" cxnId="{B615E774-6562-4342-B791-9A33F9CEEC34}">
      <dgm:prSet/>
      <dgm:spPr/>
      <dgm:t>
        <a:bodyPr/>
        <a:lstStyle/>
        <a:p>
          <a:endParaRPr kumimoji="1" lang="ja-JP" altLang="en-US"/>
        </a:p>
      </dgm:t>
    </dgm:pt>
    <dgm:pt modelId="{C0A0EE08-8BC6-45B5-8DD4-A44F4C67AC9F}">
      <dgm:prSet phldrT="[テキスト]"/>
      <dgm:spPr/>
      <dgm:t>
        <a:bodyPr/>
        <a:lstStyle/>
        <a:p>
          <a:r>
            <a:rPr kumimoji="1" lang="ja-JP" altLang="en-US" dirty="0"/>
            <a:t>関連機能仕様書</a:t>
          </a:r>
        </a:p>
      </dgm:t>
    </dgm:pt>
    <dgm:pt modelId="{380378A3-33A6-4B76-81F1-1C8F6AB1B02D}" type="parTrans" cxnId="{7C6E1316-67AD-4059-8AA0-6DE403E75A65}">
      <dgm:prSet/>
      <dgm:spPr/>
      <dgm:t>
        <a:bodyPr/>
        <a:lstStyle/>
        <a:p>
          <a:endParaRPr kumimoji="1" lang="ja-JP" altLang="en-US"/>
        </a:p>
      </dgm:t>
    </dgm:pt>
    <dgm:pt modelId="{D797856C-BB16-4822-A6EA-64B395648589}" type="sibTrans" cxnId="{7C6E1316-67AD-4059-8AA0-6DE403E75A65}">
      <dgm:prSet/>
      <dgm:spPr/>
      <dgm:t>
        <a:bodyPr/>
        <a:lstStyle/>
        <a:p>
          <a:endParaRPr kumimoji="1" lang="ja-JP" altLang="en-US"/>
        </a:p>
      </dgm:t>
    </dgm:pt>
    <dgm:pt modelId="{E3234A86-DE1A-4900-BC56-D588A9260347}">
      <dgm:prSet phldrT="[テキスト]"/>
      <dgm:spPr/>
      <dgm:t>
        <a:bodyPr/>
        <a:lstStyle/>
        <a:p>
          <a:r>
            <a:rPr kumimoji="1" lang="ja-JP" altLang="en-US" dirty="0"/>
            <a:t>機能仕様書名</a:t>
          </a:r>
        </a:p>
      </dgm:t>
    </dgm:pt>
    <dgm:pt modelId="{270B9A8D-91F2-4644-B4B7-803973CA4112}" type="parTrans" cxnId="{0F6738E8-5C60-4E5D-AA5A-614BDF8A6ED2}">
      <dgm:prSet/>
      <dgm:spPr/>
      <dgm:t>
        <a:bodyPr/>
        <a:lstStyle/>
        <a:p>
          <a:endParaRPr kumimoji="1" lang="ja-JP" altLang="en-US"/>
        </a:p>
      </dgm:t>
    </dgm:pt>
    <dgm:pt modelId="{D9CC41B9-8D18-4D1B-A2DC-0D245F69682A}" type="sibTrans" cxnId="{0F6738E8-5C60-4E5D-AA5A-614BDF8A6ED2}">
      <dgm:prSet/>
      <dgm:spPr/>
      <dgm:t>
        <a:bodyPr/>
        <a:lstStyle/>
        <a:p>
          <a:endParaRPr kumimoji="1" lang="ja-JP" altLang="en-US"/>
        </a:p>
      </dgm:t>
    </dgm:pt>
    <dgm:pt modelId="{997FAA7A-4F04-4E7B-993B-D016530363C1}">
      <dgm:prSet phldrT="[テキスト]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kumimoji="1" lang="ja-JP" altLang="en-US" dirty="0"/>
            <a:t>目的</a:t>
          </a:r>
          <a:r>
            <a:rPr kumimoji="1" lang="en-US" altLang="ja-JP" dirty="0"/>
            <a:t>/</a:t>
          </a:r>
          <a:r>
            <a:rPr kumimoji="1" lang="ja-JP" altLang="en-US" dirty="0"/>
            <a:t>背景</a:t>
          </a:r>
          <a:r>
            <a:rPr kumimoji="1" lang="en-US" altLang="ja-JP" dirty="0"/>
            <a:t>/</a:t>
          </a:r>
          <a:r>
            <a:rPr kumimoji="1" lang="ja-JP" altLang="en-US" dirty="0"/>
            <a:t>概要</a:t>
          </a:r>
        </a:p>
      </dgm:t>
    </dgm:pt>
    <dgm:pt modelId="{DBE87D40-4593-45A3-92B3-B3E7F98E04E0}" type="parTrans" cxnId="{253C3DB9-C2E3-429F-8171-37947D12985E}">
      <dgm:prSet/>
      <dgm:spPr/>
      <dgm:t>
        <a:bodyPr/>
        <a:lstStyle/>
        <a:p>
          <a:endParaRPr kumimoji="1" lang="ja-JP" altLang="en-US"/>
        </a:p>
      </dgm:t>
    </dgm:pt>
    <dgm:pt modelId="{F8A9A85F-1414-489F-942D-17496E530696}" type="sibTrans" cxnId="{253C3DB9-C2E3-429F-8171-37947D12985E}">
      <dgm:prSet/>
      <dgm:spPr/>
      <dgm:t>
        <a:bodyPr/>
        <a:lstStyle/>
        <a:p>
          <a:endParaRPr kumimoji="1" lang="ja-JP" altLang="en-US"/>
        </a:p>
      </dgm:t>
    </dgm:pt>
    <dgm:pt modelId="{48CF5C08-2D7F-4314-BEB4-3D3AE1E919E6}">
      <dgm:prSet phldrT="[テキスト]"/>
      <dgm:spPr/>
      <dgm:t>
        <a:bodyPr/>
        <a:lstStyle/>
        <a:p>
          <a:r>
            <a:rPr kumimoji="1" lang="ja-JP" altLang="en-US" dirty="0"/>
            <a:t>仕様フォルダパス</a:t>
          </a:r>
        </a:p>
      </dgm:t>
    </dgm:pt>
    <dgm:pt modelId="{2B88B498-015F-421A-BB5C-D8696C13DE04}" type="parTrans" cxnId="{941C31F5-3EF2-40B6-A00F-F2035A1EEC3D}">
      <dgm:prSet/>
      <dgm:spPr/>
      <dgm:t>
        <a:bodyPr/>
        <a:lstStyle/>
        <a:p>
          <a:endParaRPr kumimoji="1" lang="ja-JP" altLang="en-US"/>
        </a:p>
      </dgm:t>
    </dgm:pt>
    <dgm:pt modelId="{51F51C0E-A5DB-486F-85C1-1DA50F8D16BF}" type="sibTrans" cxnId="{941C31F5-3EF2-40B6-A00F-F2035A1EEC3D}">
      <dgm:prSet/>
      <dgm:spPr/>
      <dgm:t>
        <a:bodyPr/>
        <a:lstStyle/>
        <a:p>
          <a:endParaRPr kumimoji="1" lang="ja-JP" altLang="en-US"/>
        </a:p>
      </dgm:t>
    </dgm:pt>
    <dgm:pt modelId="{F75B0E74-D46D-487C-9C48-6ED353223219}">
      <dgm:prSet/>
      <dgm:spPr/>
      <dgm:t>
        <a:bodyPr/>
        <a:lstStyle/>
        <a:p>
          <a:r>
            <a:rPr kumimoji="1" lang="en-US" altLang="ja-JP"/>
            <a:t>Rev</a:t>
          </a:r>
          <a:r>
            <a:rPr kumimoji="1" lang="ja-JP" altLang="en-US"/>
            <a:t>情報</a:t>
          </a:r>
          <a:endParaRPr kumimoji="1" lang="en-US" altLang="ja-JP" dirty="0"/>
        </a:p>
      </dgm:t>
    </dgm:pt>
    <dgm:pt modelId="{F29055C9-2FCA-4292-93DC-D7D8880CE8D3}" type="parTrans" cxnId="{48C5D612-484B-4F20-B404-57B6441F9630}">
      <dgm:prSet/>
      <dgm:spPr/>
      <dgm:t>
        <a:bodyPr/>
        <a:lstStyle/>
        <a:p>
          <a:endParaRPr kumimoji="1" lang="ja-JP" altLang="en-US"/>
        </a:p>
      </dgm:t>
    </dgm:pt>
    <dgm:pt modelId="{B3EC60B7-771E-4471-9F18-AD194904AB5E}" type="sibTrans" cxnId="{48C5D612-484B-4F20-B404-57B6441F9630}">
      <dgm:prSet/>
      <dgm:spPr/>
      <dgm:t>
        <a:bodyPr/>
        <a:lstStyle/>
        <a:p>
          <a:endParaRPr kumimoji="1" lang="ja-JP" altLang="en-US"/>
        </a:p>
      </dgm:t>
    </dgm:pt>
    <dgm:pt modelId="{7E617F76-34A3-43BE-A1BD-B456CC36B627}">
      <dgm:prSet/>
      <dgm:spPr/>
      <dgm:t>
        <a:bodyPr/>
        <a:lstStyle/>
        <a:p>
          <a:r>
            <a:rPr lang="ja-JP" altLang="en-US"/>
            <a:t>該当シート</a:t>
          </a:r>
          <a:endParaRPr lang="en-US" altLang="ja-JP" dirty="0"/>
        </a:p>
      </dgm:t>
    </dgm:pt>
    <dgm:pt modelId="{B3CAF552-1504-41A4-BCA3-2181B3A8FC30}" type="parTrans" cxnId="{2CADAD9B-B9DF-443A-AFB0-F04F6CB180C3}">
      <dgm:prSet/>
      <dgm:spPr/>
      <dgm:t>
        <a:bodyPr/>
        <a:lstStyle/>
        <a:p>
          <a:endParaRPr kumimoji="1" lang="ja-JP" altLang="en-US"/>
        </a:p>
      </dgm:t>
    </dgm:pt>
    <dgm:pt modelId="{4C9FC095-8A40-4741-B520-1EFBBAC762DB}" type="sibTrans" cxnId="{2CADAD9B-B9DF-443A-AFB0-F04F6CB180C3}">
      <dgm:prSet/>
      <dgm:spPr/>
      <dgm:t>
        <a:bodyPr/>
        <a:lstStyle/>
        <a:p>
          <a:endParaRPr kumimoji="1" lang="ja-JP" altLang="en-US"/>
        </a:p>
      </dgm:t>
    </dgm:pt>
    <dgm:pt modelId="{DA4291B3-7A1D-47AB-B4CE-DED2899016F7}">
      <dgm:prSet/>
      <dgm:spPr/>
      <dgm:t>
        <a:bodyPr/>
        <a:lstStyle/>
        <a:p>
          <a:r>
            <a:rPr kumimoji="1" lang="ja-JP" altLang="en-US"/>
            <a:t>変更内容</a:t>
          </a:r>
          <a:endParaRPr kumimoji="1" lang="en-US" altLang="ja-JP" dirty="0"/>
        </a:p>
      </dgm:t>
    </dgm:pt>
    <dgm:pt modelId="{EFEEF039-5CA2-4AC0-B137-2A07474ACE3F}" type="parTrans" cxnId="{CF6433CC-7DDB-49D0-A911-2B0CBBA837AE}">
      <dgm:prSet/>
      <dgm:spPr/>
      <dgm:t>
        <a:bodyPr/>
        <a:lstStyle/>
        <a:p>
          <a:endParaRPr kumimoji="1" lang="ja-JP" altLang="en-US"/>
        </a:p>
      </dgm:t>
    </dgm:pt>
    <dgm:pt modelId="{8D62EFED-B392-4B1E-87A9-0AE0E208F82B}" type="sibTrans" cxnId="{CF6433CC-7DDB-49D0-A911-2B0CBBA837AE}">
      <dgm:prSet/>
      <dgm:spPr/>
      <dgm:t>
        <a:bodyPr/>
        <a:lstStyle/>
        <a:p>
          <a:endParaRPr kumimoji="1" lang="ja-JP" altLang="en-US"/>
        </a:p>
      </dgm:t>
    </dgm:pt>
    <dgm:pt modelId="{1E1791E9-1BF1-46A4-B991-1E8B82CDB16C}">
      <dgm:prSet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ja-JP" altLang="en-US" dirty="0"/>
            <a:t>処理内容</a:t>
          </a:r>
          <a:endParaRPr kumimoji="1" lang="en-US" altLang="ja-JP" dirty="0"/>
        </a:p>
      </dgm:t>
    </dgm:pt>
    <dgm:pt modelId="{ED5FD3DC-ED09-45D0-B1DC-EE883964A6FC}" type="parTrans" cxnId="{CF1DE832-8D74-40AA-9E44-3C80E1FA699C}">
      <dgm:prSet/>
      <dgm:spPr/>
      <dgm:t>
        <a:bodyPr/>
        <a:lstStyle/>
        <a:p>
          <a:endParaRPr kumimoji="1" lang="ja-JP" altLang="en-US"/>
        </a:p>
      </dgm:t>
    </dgm:pt>
    <dgm:pt modelId="{D0E11433-7F61-4322-A7A9-7152A08D302C}" type="sibTrans" cxnId="{CF1DE832-8D74-40AA-9E44-3C80E1FA699C}">
      <dgm:prSet/>
      <dgm:spPr/>
      <dgm:t>
        <a:bodyPr/>
        <a:lstStyle/>
        <a:p>
          <a:endParaRPr kumimoji="1" lang="ja-JP" altLang="en-US"/>
        </a:p>
      </dgm:t>
    </dgm:pt>
    <dgm:pt modelId="{746C9CFC-DF8D-49A4-AA6E-0B4F842687CE}" type="pres">
      <dgm:prSet presAssocID="{970A776F-B844-4D78-80F7-08109714DD1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DF1E462-D237-4678-87FC-3E05EDD9B9CC}" type="pres">
      <dgm:prSet presAssocID="{F480266A-BFB2-40BF-86C8-F924DDB44767}" presName="root1" presStyleCnt="0"/>
      <dgm:spPr/>
    </dgm:pt>
    <dgm:pt modelId="{13741AB0-A5E6-4B3A-B2A9-1E9CA3223B9D}" type="pres">
      <dgm:prSet presAssocID="{F480266A-BFB2-40BF-86C8-F924DDB44767}" presName="LevelOneTextNode" presStyleLbl="node0" presStyleIdx="0" presStyleCnt="1" custScaleX="98643" custScaleY="66660">
        <dgm:presLayoutVars>
          <dgm:chPref val="3"/>
        </dgm:presLayoutVars>
      </dgm:prSet>
      <dgm:spPr/>
    </dgm:pt>
    <dgm:pt modelId="{09117D96-99A7-4662-8788-672A2E846E0A}" type="pres">
      <dgm:prSet presAssocID="{F480266A-BFB2-40BF-86C8-F924DDB44767}" presName="level2hierChild" presStyleCnt="0"/>
      <dgm:spPr/>
    </dgm:pt>
    <dgm:pt modelId="{5435C20C-B2A0-4FCA-A334-D0560A4532C0}" type="pres">
      <dgm:prSet presAssocID="{D754356F-C7A5-4398-86D0-BF7EE2044F4E}" presName="conn2-1" presStyleLbl="parChTrans1D2" presStyleIdx="0" presStyleCnt="2"/>
      <dgm:spPr/>
    </dgm:pt>
    <dgm:pt modelId="{2929BC3F-1480-42B6-AE9C-F089A8E66530}" type="pres">
      <dgm:prSet presAssocID="{D754356F-C7A5-4398-86D0-BF7EE2044F4E}" presName="connTx" presStyleLbl="parChTrans1D2" presStyleIdx="0" presStyleCnt="2"/>
      <dgm:spPr/>
    </dgm:pt>
    <dgm:pt modelId="{5A75758E-A0B3-4F72-BAB3-EEA88E938F5A}" type="pres">
      <dgm:prSet presAssocID="{E8D8AB18-958E-4ADE-A797-BA7A675A4206}" presName="root2" presStyleCnt="0"/>
      <dgm:spPr/>
    </dgm:pt>
    <dgm:pt modelId="{33C65874-0E55-49FB-BF3C-BF4F7C0E4108}" type="pres">
      <dgm:prSet presAssocID="{E8D8AB18-958E-4ADE-A797-BA7A675A4206}" presName="LevelTwoTextNode" presStyleLbl="node2" presStyleIdx="0" presStyleCnt="2" custScaleX="111897" custScaleY="66660">
        <dgm:presLayoutVars>
          <dgm:chPref val="3"/>
        </dgm:presLayoutVars>
      </dgm:prSet>
      <dgm:spPr/>
    </dgm:pt>
    <dgm:pt modelId="{02D1FAF1-705D-44F9-B136-C79876BB3060}" type="pres">
      <dgm:prSet presAssocID="{E8D8AB18-958E-4ADE-A797-BA7A675A4206}" presName="level3hierChild" presStyleCnt="0"/>
      <dgm:spPr/>
    </dgm:pt>
    <dgm:pt modelId="{22780DC9-B490-45F6-86B0-9F5A9ACCED52}" type="pres">
      <dgm:prSet presAssocID="{6BE8B2EF-DE1B-4B18-80FC-684A05B53E75}" presName="conn2-1" presStyleLbl="parChTrans1D3" presStyleIdx="0" presStyleCnt="9"/>
      <dgm:spPr/>
    </dgm:pt>
    <dgm:pt modelId="{A365B417-CD58-4583-A306-18E5ABCAC589}" type="pres">
      <dgm:prSet presAssocID="{6BE8B2EF-DE1B-4B18-80FC-684A05B53E75}" presName="connTx" presStyleLbl="parChTrans1D3" presStyleIdx="0" presStyleCnt="9"/>
      <dgm:spPr/>
    </dgm:pt>
    <dgm:pt modelId="{FDD6B337-FCC6-46BD-BA8A-889D4810A757}" type="pres">
      <dgm:prSet presAssocID="{86A08C31-DB61-4D78-B889-A06AB344F344}" presName="root2" presStyleCnt="0"/>
      <dgm:spPr/>
    </dgm:pt>
    <dgm:pt modelId="{5FA2B40D-126D-4C20-BFAB-89803953F67A}" type="pres">
      <dgm:prSet presAssocID="{86A08C31-DB61-4D78-B889-A06AB344F344}" presName="LevelTwoTextNode" presStyleLbl="node3" presStyleIdx="0" presStyleCnt="9" custScaleX="109473" custScaleY="47311">
        <dgm:presLayoutVars>
          <dgm:chPref val="3"/>
        </dgm:presLayoutVars>
      </dgm:prSet>
      <dgm:spPr/>
    </dgm:pt>
    <dgm:pt modelId="{43BC24EE-BE0F-42FE-94FF-62FAD390B199}" type="pres">
      <dgm:prSet presAssocID="{86A08C31-DB61-4D78-B889-A06AB344F344}" presName="level3hierChild" presStyleCnt="0"/>
      <dgm:spPr/>
    </dgm:pt>
    <dgm:pt modelId="{07F4B4A6-D221-41C2-974D-C20DD6628F07}" type="pres">
      <dgm:prSet presAssocID="{496B34A8-C4A6-455E-9EEB-0C0BAD148A8A}" presName="conn2-1" presStyleLbl="parChTrans1D3" presStyleIdx="1" presStyleCnt="9"/>
      <dgm:spPr/>
    </dgm:pt>
    <dgm:pt modelId="{B21A207D-72F1-40EC-A1D2-9B402E845A43}" type="pres">
      <dgm:prSet presAssocID="{496B34A8-C4A6-455E-9EEB-0C0BAD148A8A}" presName="connTx" presStyleLbl="parChTrans1D3" presStyleIdx="1" presStyleCnt="9"/>
      <dgm:spPr/>
    </dgm:pt>
    <dgm:pt modelId="{F7D3B6E9-D91D-4322-9B01-E6F1C71D03DB}" type="pres">
      <dgm:prSet presAssocID="{00F32963-43A8-43D1-87BD-62EAE18B7055}" presName="root2" presStyleCnt="0"/>
      <dgm:spPr/>
    </dgm:pt>
    <dgm:pt modelId="{3F9C5056-681D-45F1-BDB5-938F98890A0C}" type="pres">
      <dgm:prSet presAssocID="{00F32963-43A8-43D1-87BD-62EAE18B7055}" presName="LevelTwoTextNode" presStyleLbl="node3" presStyleIdx="1" presStyleCnt="9" custScaleX="109486" custScaleY="47311">
        <dgm:presLayoutVars>
          <dgm:chPref val="3"/>
        </dgm:presLayoutVars>
      </dgm:prSet>
      <dgm:spPr/>
    </dgm:pt>
    <dgm:pt modelId="{24DD35D5-E9CF-4C43-9FC3-139C6AB15D7A}" type="pres">
      <dgm:prSet presAssocID="{00F32963-43A8-43D1-87BD-62EAE18B7055}" presName="level3hierChild" presStyleCnt="0"/>
      <dgm:spPr/>
    </dgm:pt>
    <dgm:pt modelId="{0244CB6A-6808-45FF-BDC7-768482C3A02D}" type="pres">
      <dgm:prSet presAssocID="{DBE87D40-4593-45A3-92B3-B3E7F98E04E0}" presName="conn2-1" presStyleLbl="parChTrans1D3" presStyleIdx="2" presStyleCnt="9"/>
      <dgm:spPr/>
    </dgm:pt>
    <dgm:pt modelId="{418DD7F8-1BBE-49D1-AD13-91D5D2D0E8B5}" type="pres">
      <dgm:prSet presAssocID="{DBE87D40-4593-45A3-92B3-B3E7F98E04E0}" presName="connTx" presStyleLbl="parChTrans1D3" presStyleIdx="2" presStyleCnt="9"/>
      <dgm:spPr/>
    </dgm:pt>
    <dgm:pt modelId="{6442CB8F-504B-437A-BB5E-24BC37A5F29D}" type="pres">
      <dgm:prSet presAssocID="{997FAA7A-4F04-4E7B-993B-D016530363C1}" presName="root2" presStyleCnt="0"/>
      <dgm:spPr/>
    </dgm:pt>
    <dgm:pt modelId="{D24C74FD-15CA-4947-8D9F-512C15362484}" type="pres">
      <dgm:prSet presAssocID="{997FAA7A-4F04-4E7B-993B-D016530363C1}" presName="LevelTwoTextNode" presStyleLbl="node3" presStyleIdx="2" presStyleCnt="9" custScaleX="114497" custScaleY="47311">
        <dgm:presLayoutVars>
          <dgm:chPref val="3"/>
        </dgm:presLayoutVars>
      </dgm:prSet>
      <dgm:spPr/>
    </dgm:pt>
    <dgm:pt modelId="{0D7FF40E-EE2B-4DD0-94D6-6AF1012D32D3}" type="pres">
      <dgm:prSet presAssocID="{997FAA7A-4F04-4E7B-993B-D016530363C1}" presName="level3hierChild" presStyleCnt="0"/>
      <dgm:spPr/>
    </dgm:pt>
    <dgm:pt modelId="{545AADDC-034D-4CD2-937A-6A55B6A54522}" type="pres">
      <dgm:prSet presAssocID="{380378A3-33A6-4B76-81F1-1C8F6AB1B02D}" presName="conn2-1" presStyleLbl="parChTrans1D2" presStyleIdx="1" presStyleCnt="2"/>
      <dgm:spPr/>
    </dgm:pt>
    <dgm:pt modelId="{5D6EAD88-3BCD-4313-AEC8-4B56863FDFC6}" type="pres">
      <dgm:prSet presAssocID="{380378A3-33A6-4B76-81F1-1C8F6AB1B02D}" presName="connTx" presStyleLbl="parChTrans1D2" presStyleIdx="1" presStyleCnt="2"/>
      <dgm:spPr/>
    </dgm:pt>
    <dgm:pt modelId="{3D230397-4562-4817-9197-FFD3A1954250}" type="pres">
      <dgm:prSet presAssocID="{C0A0EE08-8BC6-45B5-8DD4-A44F4C67AC9F}" presName="root2" presStyleCnt="0"/>
      <dgm:spPr/>
    </dgm:pt>
    <dgm:pt modelId="{B4E3BB43-E47E-40C7-B915-D40009667C5C}" type="pres">
      <dgm:prSet presAssocID="{C0A0EE08-8BC6-45B5-8DD4-A44F4C67AC9F}" presName="LevelTwoTextNode" presStyleLbl="node2" presStyleIdx="1" presStyleCnt="2" custScaleX="114787" custScaleY="66660">
        <dgm:presLayoutVars>
          <dgm:chPref val="3"/>
        </dgm:presLayoutVars>
      </dgm:prSet>
      <dgm:spPr/>
    </dgm:pt>
    <dgm:pt modelId="{C43A220F-1C75-4537-BE87-104DA94DAC4C}" type="pres">
      <dgm:prSet presAssocID="{C0A0EE08-8BC6-45B5-8DD4-A44F4C67AC9F}" presName="level3hierChild" presStyleCnt="0"/>
      <dgm:spPr/>
    </dgm:pt>
    <dgm:pt modelId="{BF76B63B-3B08-4473-B7E6-B1E178A25984}" type="pres">
      <dgm:prSet presAssocID="{270B9A8D-91F2-4644-B4B7-803973CA4112}" presName="conn2-1" presStyleLbl="parChTrans1D3" presStyleIdx="3" presStyleCnt="9"/>
      <dgm:spPr/>
    </dgm:pt>
    <dgm:pt modelId="{542E70A8-3293-4567-9C4E-0833765190F3}" type="pres">
      <dgm:prSet presAssocID="{270B9A8D-91F2-4644-B4B7-803973CA4112}" presName="connTx" presStyleLbl="parChTrans1D3" presStyleIdx="3" presStyleCnt="9"/>
      <dgm:spPr/>
    </dgm:pt>
    <dgm:pt modelId="{AC581201-9E32-4501-98FC-B40AE8CEDEE3}" type="pres">
      <dgm:prSet presAssocID="{E3234A86-DE1A-4900-BC56-D588A9260347}" presName="root2" presStyleCnt="0"/>
      <dgm:spPr/>
    </dgm:pt>
    <dgm:pt modelId="{056E79A8-BDA1-4516-B7F2-83E78D8504A7}" type="pres">
      <dgm:prSet presAssocID="{E3234A86-DE1A-4900-BC56-D588A9260347}" presName="LevelTwoTextNode" presStyleLbl="node3" presStyleIdx="3" presStyleCnt="9" custScaleX="114497" custScaleY="47311">
        <dgm:presLayoutVars>
          <dgm:chPref val="3"/>
        </dgm:presLayoutVars>
      </dgm:prSet>
      <dgm:spPr/>
    </dgm:pt>
    <dgm:pt modelId="{AD5036F9-AF15-48FE-961F-2096344BDA99}" type="pres">
      <dgm:prSet presAssocID="{E3234A86-DE1A-4900-BC56-D588A9260347}" presName="level3hierChild" presStyleCnt="0"/>
      <dgm:spPr/>
    </dgm:pt>
    <dgm:pt modelId="{E9B6B34B-C710-459F-9CA5-8A8F0488194C}" type="pres">
      <dgm:prSet presAssocID="{2B88B498-015F-421A-BB5C-D8696C13DE04}" presName="conn2-1" presStyleLbl="parChTrans1D3" presStyleIdx="4" presStyleCnt="9"/>
      <dgm:spPr/>
    </dgm:pt>
    <dgm:pt modelId="{EAB142B6-F8DC-48E7-BD16-0C7AC277CC6E}" type="pres">
      <dgm:prSet presAssocID="{2B88B498-015F-421A-BB5C-D8696C13DE04}" presName="connTx" presStyleLbl="parChTrans1D3" presStyleIdx="4" presStyleCnt="9"/>
      <dgm:spPr/>
    </dgm:pt>
    <dgm:pt modelId="{3283F486-28DA-4EA9-8C22-2FE283079BF1}" type="pres">
      <dgm:prSet presAssocID="{48CF5C08-2D7F-4314-BEB4-3D3AE1E919E6}" presName="root2" presStyleCnt="0"/>
      <dgm:spPr/>
    </dgm:pt>
    <dgm:pt modelId="{98690AA6-1F95-4A6D-88EB-93EB2C50DBBE}" type="pres">
      <dgm:prSet presAssocID="{48CF5C08-2D7F-4314-BEB4-3D3AE1E919E6}" presName="LevelTwoTextNode" presStyleLbl="node3" presStyleIdx="4" presStyleCnt="9" custScaleX="114497" custScaleY="47311">
        <dgm:presLayoutVars>
          <dgm:chPref val="3"/>
        </dgm:presLayoutVars>
      </dgm:prSet>
      <dgm:spPr/>
    </dgm:pt>
    <dgm:pt modelId="{DEB04176-C129-4C74-B1D7-55C39013765B}" type="pres">
      <dgm:prSet presAssocID="{48CF5C08-2D7F-4314-BEB4-3D3AE1E919E6}" presName="level3hierChild" presStyleCnt="0"/>
      <dgm:spPr/>
    </dgm:pt>
    <dgm:pt modelId="{4C8EB726-2D39-47DF-B09A-114521646DDE}" type="pres">
      <dgm:prSet presAssocID="{F29055C9-2FCA-4292-93DC-D7D8880CE8D3}" presName="conn2-1" presStyleLbl="parChTrans1D3" presStyleIdx="5" presStyleCnt="9"/>
      <dgm:spPr/>
    </dgm:pt>
    <dgm:pt modelId="{B4E755CC-27D8-439F-ABC4-DD76E608E069}" type="pres">
      <dgm:prSet presAssocID="{F29055C9-2FCA-4292-93DC-D7D8880CE8D3}" presName="connTx" presStyleLbl="parChTrans1D3" presStyleIdx="5" presStyleCnt="9"/>
      <dgm:spPr/>
    </dgm:pt>
    <dgm:pt modelId="{36C6DA12-E47C-4727-93CA-271C6E6D474D}" type="pres">
      <dgm:prSet presAssocID="{F75B0E74-D46D-487C-9C48-6ED353223219}" presName="root2" presStyleCnt="0"/>
      <dgm:spPr/>
    </dgm:pt>
    <dgm:pt modelId="{FAC78B8D-0DBB-49BE-BC8C-1C0A240F7867}" type="pres">
      <dgm:prSet presAssocID="{F75B0E74-D46D-487C-9C48-6ED353223219}" presName="LevelTwoTextNode" presStyleLbl="node3" presStyleIdx="5" presStyleCnt="9" custScaleX="114497" custScaleY="47311">
        <dgm:presLayoutVars>
          <dgm:chPref val="3"/>
        </dgm:presLayoutVars>
      </dgm:prSet>
      <dgm:spPr/>
    </dgm:pt>
    <dgm:pt modelId="{A079030B-392B-45FF-9E5F-C6E0EB15109E}" type="pres">
      <dgm:prSet presAssocID="{F75B0E74-D46D-487C-9C48-6ED353223219}" presName="level3hierChild" presStyleCnt="0"/>
      <dgm:spPr/>
    </dgm:pt>
    <dgm:pt modelId="{677DD2F6-BC2D-424B-9D5B-90141E99C617}" type="pres">
      <dgm:prSet presAssocID="{B3CAF552-1504-41A4-BCA3-2181B3A8FC30}" presName="conn2-1" presStyleLbl="parChTrans1D3" presStyleIdx="6" presStyleCnt="9"/>
      <dgm:spPr/>
    </dgm:pt>
    <dgm:pt modelId="{C12F03D6-7DC5-46BA-AEF7-41A71D806510}" type="pres">
      <dgm:prSet presAssocID="{B3CAF552-1504-41A4-BCA3-2181B3A8FC30}" presName="connTx" presStyleLbl="parChTrans1D3" presStyleIdx="6" presStyleCnt="9"/>
      <dgm:spPr/>
    </dgm:pt>
    <dgm:pt modelId="{4BA2F26E-1908-49FE-952E-809D940D6F9D}" type="pres">
      <dgm:prSet presAssocID="{7E617F76-34A3-43BE-A1BD-B456CC36B627}" presName="root2" presStyleCnt="0"/>
      <dgm:spPr/>
    </dgm:pt>
    <dgm:pt modelId="{D8F77D55-061A-4BD3-84EB-DF700E1C504C}" type="pres">
      <dgm:prSet presAssocID="{7E617F76-34A3-43BE-A1BD-B456CC36B627}" presName="LevelTwoTextNode" presStyleLbl="node3" presStyleIdx="6" presStyleCnt="9" custScaleX="114497" custScaleY="47311">
        <dgm:presLayoutVars>
          <dgm:chPref val="3"/>
        </dgm:presLayoutVars>
      </dgm:prSet>
      <dgm:spPr/>
    </dgm:pt>
    <dgm:pt modelId="{74648830-1813-47A8-8F29-6D09D357A136}" type="pres">
      <dgm:prSet presAssocID="{7E617F76-34A3-43BE-A1BD-B456CC36B627}" presName="level3hierChild" presStyleCnt="0"/>
      <dgm:spPr/>
    </dgm:pt>
    <dgm:pt modelId="{01505712-6338-4C58-A25E-67FFE56C1EEC}" type="pres">
      <dgm:prSet presAssocID="{EFEEF039-5CA2-4AC0-B137-2A07474ACE3F}" presName="conn2-1" presStyleLbl="parChTrans1D3" presStyleIdx="7" presStyleCnt="9"/>
      <dgm:spPr/>
    </dgm:pt>
    <dgm:pt modelId="{AE8897BA-5182-4D8D-8317-764F042388B9}" type="pres">
      <dgm:prSet presAssocID="{EFEEF039-5CA2-4AC0-B137-2A07474ACE3F}" presName="connTx" presStyleLbl="parChTrans1D3" presStyleIdx="7" presStyleCnt="9"/>
      <dgm:spPr/>
    </dgm:pt>
    <dgm:pt modelId="{BA9D2693-4654-4BAB-92FB-CE02E385DB9D}" type="pres">
      <dgm:prSet presAssocID="{DA4291B3-7A1D-47AB-B4CE-DED2899016F7}" presName="root2" presStyleCnt="0"/>
      <dgm:spPr/>
    </dgm:pt>
    <dgm:pt modelId="{F67A96C4-2C83-4A1A-B5AC-EEC178D45365}" type="pres">
      <dgm:prSet presAssocID="{DA4291B3-7A1D-47AB-B4CE-DED2899016F7}" presName="LevelTwoTextNode" presStyleLbl="node3" presStyleIdx="7" presStyleCnt="9" custScaleX="114497" custScaleY="47311">
        <dgm:presLayoutVars>
          <dgm:chPref val="3"/>
        </dgm:presLayoutVars>
      </dgm:prSet>
      <dgm:spPr/>
    </dgm:pt>
    <dgm:pt modelId="{BF50EA71-592D-462B-B5E7-5197F65A8A50}" type="pres">
      <dgm:prSet presAssocID="{DA4291B3-7A1D-47AB-B4CE-DED2899016F7}" presName="level3hierChild" presStyleCnt="0"/>
      <dgm:spPr/>
    </dgm:pt>
    <dgm:pt modelId="{4CBFD6AF-A432-4C0C-95B1-206AD106A639}" type="pres">
      <dgm:prSet presAssocID="{ED5FD3DC-ED09-45D0-B1DC-EE883964A6FC}" presName="conn2-1" presStyleLbl="parChTrans1D3" presStyleIdx="8" presStyleCnt="9"/>
      <dgm:spPr/>
    </dgm:pt>
    <dgm:pt modelId="{D8CACD38-B10E-4207-A2B0-A5DF37809017}" type="pres">
      <dgm:prSet presAssocID="{ED5FD3DC-ED09-45D0-B1DC-EE883964A6FC}" presName="connTx" presStyleLbl="parChTrans1D3" presStyleIdx="8" presStyleCnt="9"/>
      <dgm:spPr/>
    </dgm:pt>
    <dgm:pt modelId="{5669471C-3C3C-4457-B597-1101AABF284C}" type="pres">
      <dgm:prSet presAssocID="{1E1791E9-1BF1-46A4-B991-1E8B82CDB16C}" presName="root2" presStyleCnt="0"/>
      <dgm:spPr/>
    </dgm:pt>
    <dgm:pt modelId="{BFF87BD7-D970-44A2-9F14-55BD148E168B}" type="pres">
      <dgm:prSet presAssocID="{1E1791E9-1BF1-46A4-B991-1E8B82CDB16C}" presName="LevelTwoTextNode" presStyleLbl="node3" presStyleIdx="8" presStyleCnt="9" custScaleX="114497" custScaleY="47311">
        <dgm:presLayoutVars>
          <dgm:chPref val="3"/>
        </dgm:presLayoutVars>
      </dgm:prSet>
      <dgm:spPr/>
    </dgm:pt>
    <dgm:pt modelId="{D783DE1C-1B2B-4CBA-ACC2-46FC1D3FC005}" type="pres">
      <dgm:prSet presAssocID="{1E1791E9-1BF1-46A4-B991-1E8B82CDB16C}" presName="level3hierChild" presStyleCnt="0"/>
      <dgm:spPr/>
    </dgm:pt>
  </dgm:ptLst>
  <dgm:cxnLst>
    <dgm:cxn modelId="{F8364B02-384B-48B3-BEC5-F72067BB782A}" type="presOf" srcId="{7E617F76-34A3-43BE-A1BD-B456CC36B627}" destId="{D8F77D55-061A-4BD3-84EB-DF700E1C504C}" srcOrd="0" destOrd="0" presId="urn:microsoft.com/office/officeart/2005/8/layout/hierarchy2"/>
    <dgm:cxn modelId="{AE41C205-17AB-46D6-8637-2AA8C0F51528}" type="presOf" srcId="{EFEEF039-5CA2-4AC0-B137-2A07474ACE3F}" destId="{01505712-6338-4C58-A25E-67FFE56C1EEC}" srcOrd="0" destOrd="0" presId="urn:microsoft.com/office/officeart/2005/8/layout/hierarchy2"/>
    <dgm:cxn modelId="{5BC84B12-2091-469A-886F-2785A334F80A}" type="presOf" srcId="{496B34A8-C4A6-455E-9EEB-0C0BAD148A8A}" destId="{07F4B4A6-D221-41C2-974D-C20DD6628F07}" srcOrd="0" destOrd="0" presId="urn:microsoft.com/office/officeart/2005/8/layout/hierarchy2"/>
    <dgm:cxn modelId="{48C5D612-484B-4F20-B404-57B6441F9630}" srcId="{C0A0EE08-8BC6-45B5-8DD4-A44F4C67AC9F}" destId="{F75B0E74-D46D-487C-9C48-6ED353223219}" srcOrd="2" destOrd="0" parTransId="{F29055C9-2FCA-4292-93DC-D7D8880CE8D3}" sibTransId="{B3EC60B7-771E-4471-9F18-AD194904AB5E}"/>
    <dgm:cxn modelId="{FD52E814-D745-4891-BB93-932BE230A692}" type="presOf" srcId="{EFEEF039-5CA2-4AC0-B137-2A07474ACE3F}" destId="{AE8897BA-5182-4D8D-8317-764F042388B9}" srcOrd="1" destOrd="0" presId="urn:microsoft.com/office/officeart/2005/8/layout/hierarchy2"/>
    <dgm:cxn modelId="{7C6E1316-67AD-4059-8AA0-6DE403E75A65}" srcId="{F480266A-BFB2-40BF-86C8-F924DDB44767}" destId="{C0A0EE08-8BC6-45B5-8DD4-A44F4C67AC9F}" srcOrd="1" destOrd="0" parTransId="{380378A3-33A6-4B76-81F1-1C8F6AB1B02D}" sibTransId="{D797856C-BB16-4822-A6EA-64B395648589}"/>
    <dgm:cxn modelId="{1F0CE41B-16C2-4310-A4BB-B51316A75AA4}" type="presOf" srcId="{270B9A8D-91F2-4644-B4B7-803973CA4112}" destId="{BF76B63B-3B08-4473-B7E6-B1E178A25984}" srcOrd="0" destOrd="0" presId="urn:microsoft.com/office/officeart/2005/8/layout/hierarchy2"/>
    <dgm:cxn modelId="{C5F51220-A3C7-46D6-B850-AFA6D1B0152B}" type="presOf" srcId="{ED5FD3DC-ED09-45D0-B1DC-EE883964A6FC}" destId="{D8CACD38-B10E-4207-A2B0-A5DF37809017}" srcOrd="1" destOrd="0" presId="urn:microsoft.com/office/officeart/2005/8/layout/hierarchy2"/>
    <dgm:cxn modelId="{213B7A24-AE1D-4017-AF57-6816A4741E55}" type="presOf" srcId="{6BE8B2EF-DE1B-4B18-80FC-684A05B53E75}" destId="{22780DC9-B490-45F6-86B0-9F5A9ACCED52}" srcOrd="0" destOrd="0" presId="urn:microsoft.com/office/officeart/2005/8/layout/hierarchy2"/>
    <dgm:cxn modelId="{BFA8F826-C3B1-4629-BC07-316DF55CD4D8}" type="presOf" srcId="{D754356F-C7A5-4398-86D0-BF7EE2044F4E}" destId="{2929BC3F-1480-42B6-AE9C-F089A8E66530}" srcOrd="1" destOrd="0" presId="urn:microsoft.com/office/officeart/2005/8/layout/hierarchy2"/>
    <dgm:cxn modelId="{19923E2D-48C2-444A-A885-DB1D3D9F7B99}" type="presOf" srcId="{E3234A86-DE1A-4900-BC56-D588A9260347}" destId="{056E79A8-BDA1-4516-B7F2-83E78D8504A7}" srcOrd="0" destOrd="0" presId="urn:microsoft.com/office/officeart/2005/8/layout/hierarchy2"/>
    <dgm:cxn modelId="{A5B64A31-4D05-4F73-BB11-C31818166E77}" type="presOf" srcId="{DBE87D40-4593-45A3-92B3-B3E7F98E04E0}" destId="{0244CB6A-6808-45FF-BDC7-768482C3A02D}" srcOrd="0" destOrd="0" presId="urn:microsoft.com/office/officeart/2005/8/layout/hierarchy2"/>
    <dgm:cxn modelId="{6B7EC131-C60F-4D21-A059-6BCF0BCEA5F3}" srcId="{E8D8AB18-958E-4ADE-A797-BA7A675A4206}" destId="{86A08C31-DB61-4D78-B889-A06AB344F344}" srcOrd="0" destOrd="0" parTransId="{6BE8B2EF-DE1B-4B18-80FC-684A05B53E75}" sibTransId="{36D26AF9-49BC-48F1-8CE8-B985256A0304}"/>
    <dgm:cxn modelId="{48D6E732-B3B2-4E68-B566-CC721B924BA1}" type="presOf" srcId="{B3CAF552-1504-41A4-BCA3-2181B3A8FC30}" destId="{677DD2F6-BC2D-424B-9D5B-90141E99C617}" srcOrd="0" destOrd="0" presId="urn:microsoft.com/office/officeart/2005/8/layout/hierarchy2"/>
    <dgm:cxn modelId="{CF1DE832-8D74-40AA-9E44-3C80E1FA699C}" srcId="{C0A0EE08-8BC6-45B5-8DD4-A44F4C67AC9F}" destId="{1E1791E9-1BF1-46A4-B991-1E8B82CDB16C}" srcOrd="5" destOrd="0" parTransId="{ED5FD3DC-ED09-45D0-B1DC-EE883964A6FC}" sibTransId="{D0E11433-7F61-4322-A7A9-7152A08D302C}"/>
    <dgm:cxn modelId="{6292153A-3A24-4118-9B0F-8C853121BF22}" type="presOf" srcId="{6BE8B2EF-DE1B-4B18-80FC-684A05B53E75}" destId="{A365B417-CD58-4583-A306-18E5ABCAC589}" srcOrd="1" destOrd="0" presId="urn:microsoft.com/office/officeart/2005/8/layout/hierarchy2"/>
    <dgm:cxn modelId="{1B0FC83D-CDD0-429C-951E-5CFFC54F7AEB}" type="presOf" srcId="{F75B0E74-D46D-487C-9C48-6ED353223219}" destId="{FAC78B8D-0DBB-49BE-BC8C-1C0A240F7867}" srcOrd="0" destOrd="0" presId="urn:microsoft.com/office/officeart/2005/8/layout/hierarchy2"/>
    <dgm:cxn modelId="{FEDAED5C-9BD6-4675-917C-E69AEF58E64E}" type="presOf" srcId="{C0A0EE08-8BC6-45B5-8DD4-A44F4C67AC9F}" destId="{B4E3BB43-E47E-40C7-B915-D40009667C5C}" srcOrd="0" destOrd="0" presId="urn:microsoft.com/office/officeart/2005/8/layout/hierarchy2"/>
    <dgm:cxn modelId="{7475705F-4208-4004-9F54-C769DAC478D8}" type="presOf" srcId="{E8D8AB18-958E-4ADE-A797-BA7A675A4206}" destId="{33C65874-0E55-49FB-BF3C-BF4F7C0E4108}" srcOrd="0" destOrd="0" presId="urn:microsoft.com/office/officeart/2005/8/layout/hierarchy2"/>
    <dgm:cxn modelId="{39922B43-63A9-4437-B40E-99B9C9B43B43}" type="presOf" srcId="{48CF5C08-2D7F-4314-BEB4-3D3AE1E919E6}" destId="{98690AA6-1F95-4A6D-88EB-93EB2C50DBBE}" srcOrd="0" destOrd="0" presId="urn:microsoft.com/office/officeart/2005/8/layout/hierarchy2"/>
    <dgm:cxn modelId="{543C0465-1BAD-484D-95F3-7A17ABAE09D6}" type="presOf" srcId="{997FAA7A-4F04-4E7B-993B-D016530363C1}" destId="{D24C74FD-15CA-4947-8D9F-512C15362484}" srcOrd="0" destOrd="0" presId="urn:microsoft.com/office/officeart/2005/8/layout/hierarchy2"/>
    <dgm:cxn modelId="{06F71265-E23B-4236-98EC-4C38A7F239E2}" type="presOf" srcId="{ED5FD3DC-ED09-45D0-B1DC-EE883964A6FC}" destId="{4CBFD6AF-A432-4C0C-95B1-206AD106A639}" srcOrd="0" destOrd="0" presId="urn:microsoft.com/office/officeart/2005/8/layout/hierarchy2"/>
    <dgm:cxn modelId="{96306B49-E585-48E6-8CA1-876D7D68D415}" type="presOf" srcId="{2B88B498-015F-421A-BB5C-D8696C13DE04}" destId="{E9B6B34B-C710-459F-9CA5-8A8F0488194C}" srcOrd="0" destOrd="0" presId="urn:microsoft.com/office/officeart/2005/8/layout/hierarchy2"/>
    <dgm:cxn modelId="{122C7C70-1CE3-4FC9-AB82-7086551A381D}" type="presOf" srcId="{B3CAF552-1504-41A4-BCA3-2181B3A8FC30}" destId="{C12F03D6-7DC5-46BA-AEF7-41A71D806510}" srcOrd="1" destOrd="0" presId="urn:microsoft.com/office/officeart/2005/8/layout/hierarchy2"/>
    <dgm:cxn modelId="{63E19C70-15F1-4C8D-82CB-07E90D74B4CD}" type="presOf" srcId="{F480266A-BFB2-40BF-86C8-F924DDB44767}" destId="{13741AB0-A5E6-4B3A-B2A9-1E9CA3223B9D}" srcOrd="0" destOrd="0" presId="urn:microsoft.com/office/officeart/2005/8/layout/hierarchy2"/>
    <dgm:cxn modelId="{B615E774-6562-4342-B791-9A33F9CEEC34}" srcId="{E8D8AB18-958E-4ADE-A797-BA7A675A4206}" destId="{00F32963-43A8-43D1-87BD-62EAE18B7055}" srcOrd="1" destOrd="0" parTransId="{496B34A8-C4A6-455E-9EEB-0C0BAD148A8A}" sibTransId="{659D4A23-29CF-4C43-B1F8-A6BC4DC90824}"/>
    <dgm:cxn modelId="{43BA6582-762E-4A71-9FFE-4880D50B00F0}" type="presOf" srcId="{86A08C31-DB61-4D78-B889-A06AB344F344}" destId="{5FA2B40D-126D-4C20-BFAB-89803953F67A}" srcOrd="0" destOrd="0" presId="urn:microsoft.com/office/officeart/2005/8/layout/hierarchy2"/>
    <dgm:cxn modelId="{6E353D83-6569-4F81-B7C5-DF2EDA7EF7C5}" srcId="{F480266A-BFB2-40BF-86C8-F924DDB44767}" destId="{E8D8AB18-958E-4ADE-A797-BA7A675A4206}" srcOrd="0" destOrd="0" parTransId="{D754356F-C7A5-4398-86D0-BF7EE2044F4E}" sibTransId="{D33A12FE-B7F0-4A70-B2DA-04219805C9DC}"/>
    <dgm:cxn modelId="{34772B87-168C-42D7-8361-DB9A48AF78A0}" type="presOf" srcId="{496B34A8-C4A6-455E-9EEB-0C0BAD148A8A}" destId="{B21A207D-72F1-40EC-A1D2-9B402E845A43}" srcOrd="1" destOrd="0" presId="urn:microsoft.com/office/officeart/2005/8/layout/hierarchy2"/>
    <dgm:cxn modelId="{D122649A-C118-4BD7-8188-DBE3111233AB}" type="presOf" srcId="{F29055C9-2FCA-4292-93DC-D7D8880CE8D3}" destId="{4C8EB726-2D39-47DF-B09A-114521646DDE}" srcOrd="0" destOrd="0" presId="urn:microsoft.com/office/officeart/2005/8/layout/hierarchy2"/>
    <dgm:cxn modelId="{2CADAD9B-B9DF-443A-AFB0-F04F6CB180C3}" srcId="{C0A0EE08-8BC6-45B5-8DD4-A44F4C67AC9F}" destId="{7E617F76-34A3-43BE-A1BD-B456CC36B627}" srcOrd="3" destOrd="0" parTransId="{B3CAF552-1504-41A4-BCA3-2181B3A8FC30}" sibTransId="{4C9FC095-8A40-4741-B520-1EFBBAC762DB}"/>
    <dgm:cxn modelId="{BF08049D-A580-4108-BF76-E264B161A65F}" type="presOf" srcId="{F29055C9-2FCA-4292-93DC-D7D8880CE8D3}" destId="{B4E755CC-27D8-439F-ABC4-DD76E608E069}" srcOrd="1" destOrd="0" presId="urn:microsoft.com/office/officeart/2005/8/layout/hierarchy2"/>
    <dgm:cxn modelId="{BA5F9D9F-6C01-4292-AC1F-3DA2304A7BE8}" type="presOf" srcId="{380378A3-33A6-4B76-81F1-1C8F6AB1B02D}" destId="{545AADDC-034D-4CD2-937A-6A55B6A54522}" srcOrd="0" destOrd="0" presId="urn:microsoft.com/office/officeart/2005/8/layout/hierarchy2"/>
    <dgm:cxn modelId="{C04572A8-7E59-453F-82AB-9658D19019C0}" type="presOf" srcId="{1E1791E9-1BF1-46A4-B991-1E8B82CDB16C}" destId="{BFF87BD7-D970-44A2-9F14-55BD148E168B}" srcOrd="0" destOrd="0" presId="urn:microsoft.com/office/officeart/2005/8/layout/hierarchy2"/>
    <dgm:cxn modelId="{DBB12CAC-F004-4996-8958-522EC84FBF58}" type="presOf" srcId="{380378A3-33A6-4B76-81F1-1C8F6AB1B02D}" destId="{5D6EAD88-3BCD-4313-AEC8-4B56863FDFC6}" srcOrd="1" destOrd="0" presId="urn:microsoft.com/office/officeart/2005/8/layout/hierarchy2"/>
    <dgm:cxn modelId="{59F8C7B8-7C2F-454D-8FEE-B3A1EFF2E9FF}" type="presOf" srcId="{DBE87D40-4593-45A3-92B3-B3E7F98E04E0}" destId="{418DD7F8-1BBE-49D1-AD13-91D5D2D0E8B5}" srcOrd="1" destOrd="0" presId="urn:microsoft.com/office/officeart/2005/8/layout/hierarchy2"/>
    <dgm:cxn modelId="{253C3DB9-C2E3-429F-8171-37947D12985E}" srcId="{E8D8AB18-958E-4ADE-A797-BA7A675A4206}" destId="{997FAA7A-4F04-4E7B-993B-D016530363C1}" srcOrd="2" destOrd="0" parTransId="{DBE87D40-4593-45A3-92B3-B3E7F98E04E0}" sibTransId="{F8A9A85F-1414-489F-942D-17496E530696}"/>
    <dgm:cxn modelId="{04A5EAB9-A5CA-41C0-BC5D-67523DB000A0}" type="presOf" srcId="{270B9A8D-91F2-4644-B4B7-803973CA4112}" destId="{542E70A8-3293-4567-9C4E-0833765190F3}" srcOrd="1" destOrd="0" presId="urn:microsoft.com/office/officeart/2005/8/layout/hierarchy2"/>
    <dgm:cxn modelId="{0363EFBC-70AC-40F6-8E85-EBA1FE372ADE}" srcId="{970A776F-B844-4D78-80F7-08109714DD16}" destId="{F480266A-BFB2-40BF-86C8-F924DDB44767}" srcOrd="0" destOrd="0" parTransId="{30DF2D20-2B80-417A-BE78-923132590ACD}" sibTransId="{701F2B5B-1256-46B2-B40C-4E18F1FCDA46}"/>
    <dgm:cxn modelId="{77DE18C4-B5F2-481B-9316-C120C22540F5}" type="presOf" srcId="{970A776F-B844-4D78-80F7-08109714DD16}" destId="{746C9CFC-DF8D-49A4-AA6E-0B4F842687CE}" srcOrd="0" destOrd="0" presId="urn:microsoft.com/office/officeart/2005/8/layout/hierarchy2"/>
    <dgm:cxn modelId="{5ABBD5C4-5D68-42CB-89F4-3DD75FDCED6B}" type="presOf" srcId="{2B88B498-015F-421A-BB5C-D8696C13DE04}" destId="{EAB142B6-F8DC-48E7-BD16-0C7AC277CC6E}" srcOrd="1" destOrd="0" presId="urn:microsoft.com/office/officeart/2005/8/layout/hierarchy2"/>
    <dgm:cxn modelId="{CF6433CC-7DDB-49D0-A911-2B0CBBA837AE}" srcId="{C0A0EE08-8BC6-45B5-8DD4-A44F4C67AC9F}" destId="{DA4291B3-7A1D-47AB-B4CE-DED2899016F7}" srcOrd="4" destOrd="0" parTransId="{EFEEF039-5CA2-4AC0-B137-2A07474ACE3F}" sibTransId="{8D62EFED-B392-4B1E-87A9-0AE0E208F82B}"/>
    <dgm:cxn modelId="{F2D12DDD-7F0F-4961-8A24-0D404AD7BCF4}" type="presOf" srcId="{D754356F-C7A5-4398-86D0-BF7EE2044F4E}" destId="{5435C20C-B2A0-4FCA-A334-D0560A4532C0}" srcOrd="0" destOrd="0" presId="urn:microsoft.com/office/officeart/2005/8/layout/hierarchy2"/>
    <dgm:cxn modelId="{E17B8FDE-B9FD-4EE8-8C96-06B82A99F362}" type="presOf" srcId="{00F32963-43A8-43D1-87BD-62EAE18B7055}" destId="{3F9C5056-681D-45F1-BDB5-938F98890A0C}" srcOrd="0" destOrd="0" presId="urn:microsoft.com/office/officeart/2005/8/layout/hierarchy2"/>
    <dgm:cxn modelId="{411DAEE1-5A86-4418-B138-3590F01E2BAD}" type="presOf" srcId="{DA4291B3-7A1D-47AB-B4CE-DED2899016F7}" destId="{F67A96C4-2C83-4A1A-B5AC-EEC178D45365}" srcOrd="0" destOrd="0" presId="urn:microsoft.com/office/officeart/2005/8/layout/hierarchy2"/>
    <dgm:cxn modelId="{0F6738E8-5C60-4E5D-AA5A-614BDF8A6ED2}" srcId="{C0A0EE08-8BC6-45B5-8DD4-A44F4C67AC9F}" destId="{E3234A86-DE1A-4900-BC56-D588A9260347}" srcOrd="0" destOrd="0" parTransId="{270B9A8D-91F2-4644-B4B7-803973CA4112}" sibTransId="{D9CC41B9-8D18-4D1B-A2DC-0D245F69682A}"/>
    <dgm:cxn modelId="{941C31F5-3EF2-40B6-A00F-F2035A1EEC3D}" srcId="{C0A0EE08-8BC6-45B5-8DD4-A44F4C67AC9F}" destId="{48CF5C08-2D7F-4314-BEB4-3D3AE1E919E6}" srcOrd="1" destOrd="0" parTransId="{2B88B498-015F-421A-BB5C-D8696C13DE04}" sibTransId="{51F51C0E-A5DB-486F-85C1-1DA50F8D16BF}"/>
    <dgm:cxn modelId="{D850BDA4-B677-417C-B51C-EE2B739D8BD4}" type="presParOf" srcId="{746C9CFC-DF8D-49A4-AA6E-0B4F842687CE}" destId="{EDF1E462-D237-4678-87FC-3E05EDD9B9CC}" srcOrd="0" destOrd="0" presId="urn:microsoft.com/office/officeart/2005/8/layout/hierarchy2"/>
    <dgm:cxn modelId="{F518BD69-AFCA-4B41-BB2F-AAAFBB98F791}" type="presParOf" srcId="{EDF1E462-D237-4678-87FC-3E05EDD9B9CC}" destId="{13741AB0-A5E6-4B3A-B2A9-1E9CA3223B9D}" srcOrd="0" destOrd="0" presId="urn:microsoft.com/office/officeart/2005/8/layout/hierarchy2"/>
    <dgm:cxn modelId="{28FA569A-A72A-4C1F-A3EC-D278427D505D}" type="presParOf" srcId="{EDF1E462-D237-4678-87FC-3E05EDD9B9CC}" destId="{09117D96-99A7-4662-8788-672A2E846E0A}" srcOrd="1" destOrd="0" presId="urn:microsoft.com/office/officeart/2005/8/layout/hierarchy2"/>
    <dgm:cxn modelId="{399EE0DA-EBD0-47F2-A554-2C339F8FDD51}" type="presParOf" srcId="{09117D96-99A7-4662-8788-672A2E846E0A}" destId="{5435C20C-B2A0-4FCA-A334-D0560A4532C0}" srcOrd="0" destOrd="0" presId="urn:microsoft.com/office/officeart/2005/8/layout/hierarchy2"/>
    <dgm:cxn modelId="{F34672C8-F81E-4727-807C-E1FD89D019F3}" type="presParOf" srcId="{5435C20C-B2A0-4FCA-A334-D0560A4532C0}" destId="{2929BC3F-1480-42B6-AE9C-F089A8E66530}" srcOrd="0" destOrd="0" presId="urn:microsoft.com/office/officeart/2005/8/layout/hierarchy2"/>
    <dgm:cxn modelId="{030437F8-7F63-4317-9654-5FF7FD951A04}" type="presParOf" srcId="{09117D96-99A7-4662-8788-672A2E846E0A}" destId="{5A75758E-A0B3-4F72-BAB3-EEA88E938F5A}" srcOrd="1" destOrd="0" presId="urn:microsoft.com/office/officeart/2005/8/layout/hierarchy2"/>
    <dgm:cxn modelId="{7DEE85A1-3AD4-4840-B043-F8279B477B49}" type="presParOf" srcId="{5A75758E-A0B3-4F72-BAB3-EEA88E938F5A}" destId="{33C65874-0E55-49FB-BF3C-BF4F7C0E4108}" srcOrd="0" destOrd="0" presId="urn:microsoft.com/office/officeart/2005/8/layout/hierarchy2"/>
    <dgm:cxn modelId="{B0D8B4DE-4C0E-4EBC-8FA8-EFB671951031}" type="presParOf" srcId="{5A75758E-A0B3-4F72-BAB3-EEA88E938F5A}" destId="{02D1FAF1-705D-44F9-B136-C79876BB3060}" srcOrd="1" destOrd="0" presId="urn:microsoft.com/office/officeart/2005/8/layout/hierarchy2"/>
    <dgm:cxn modelId="{FCD16DD0-BA01-487A-A2EF-2E21D7EEA566}" type="presParOf" srcId="{02D1FAF1-705D-44F9-B136-C79876BB3060}" destId="{22780DC9-B490-45F6-86B0-9F5A9ACCED52}" srcOrd="0" destOrd="0" presId="urn:microsoft.com/office/officeart/2005/8/layout/hierarchy2"/>
    <dgm:cxn modelId="{EA0F8903-0CBE-42ED-AF78-4B662B0272EF}" type="presParOf" srcId="{22780DC9-B490-45F6-86B0-9F5A9ACCED52}" destId="{A365B417-CD58-4583-A306-18E5ABCAC589}" srcOrd="0" destOrd="0" presId="urn:microsoft.com/office/officeart/2005/8/layout/hierarchy2"/>
    <dgm:cxn modelId="{E7504CB8-9608-4F57-BBE0-B1F0368DF3E7}" type="presParOf" srcId="{02D1FAF1-705D-44F9-B136-C79876BB3060}" destId="{FDD6B337-FCC6-46BD-BA8A-889D4810A757}" srcOrd="1" destOrd="0" presId="urn:microsoft.com/office/officeart/2005/8/layout/hierarchy2"/>
    <dgm:cxn modelId="{45C26D97-B8E1-4697-968E-A83F1C26CB84}" type="presParOf" srcId="{FDD6B337-FCC6-46BD-BA8A-889D4810A757}" destId="{5FA2B40D-126D-4C20-BFAB-89803953F67A}" srcOrd="0" destOrd="0" presId="urn:microsoft.com/office/officeart/2005/8/layout/hierarchy2"/>
    <dgm:cxn modelId="{3C68FAB0-ECBE-4F6D-BD24-8083261959A8}" type="presParOf" srcId="{FDD6B337-FCC6-46BD-BA8A-889D4810A757}" destId="{43BC24EE-BE0F-42FE-94FF-62FAD390B199}" srcOrd="1" destOrd="0" presId="urn:microsoft.com/office/officeart/2005/8/layout/hierarchy2"/>
    <dgm:cxn modelId="{E7002A14-C297-420A-8134-04E76F71F9E7}" type="presParOf" srcId="{02D1FAF1-705D-44F9-B136-C79876BB3060}" destId="{07F4B4A6-D221-41C2-974D-C20DD6628F07}" srcOrd="2" destOrd="0" presId="urn:microsoft.com/office/officeart/2005/8/layout/hierarchy2"/>
    <dgm:cxn modelId="{31E58F7A-1E09-4AEA-A452-866EC6CAA594}" type="presParOf" srcId="{07F4B4A6-D221-41C2-974D-C20DD6628F07}" destId="{B21A207D-72F1-40EC-A1D2-9B402E845A43}" srcOrd="0" destOrd="0" presId="urn:microsoft.com/office/officeart/2005/8/layout/hierarchy2"/>
    <dgm:cxn modelId="{7D2855CC-8D78-43FF-9712-FA75852480ED}" type="presParOf" srcId="{02D1FAF1-705D-44F9-B136-C79876BB3060}" destId="{F7D3B6E9-D91D-4322-9B01-E6F1C71D03DB}" srcOrd="3" destOrd="0" presId="urn:microsoft.com/office/officeart/2005/8/layout/hierarchy2"/>
    <dgm:cxn modelId="{7DDA8F92-DFA7-4BBF-8BE2-E7D4443F1129}" type="presParOf" srcId="{F7D3B6E9-D91D-4322-9B01-E6F1C71D03DB}" destId="{3F9C5056-681D-45F1-BDB5-938F98890A0C}" srcOrd="0" destOrd="0" presId="urn:microsoft.com/office/officeart/2005/8/layout/hierarchy2"/>
    <dgm:cxn modelId="{14DFCC78-6C5B-4D03-93EF-10D54D3C5299}" type="presParOf" srcId="{F7D3B6E9-D91D-4322-9B01-E6F1C71D03DB}" destId="{24DD35D5-E9CF-4C43-9FC3-139C6AB15D7A}" srcOrd="1" destOrd="0" presId="urn:microsoft.com/office/officeart/2005/8/layout/hierarchy2"/>
    <dgm:cxn modelId="{315BFF8C-F2F8-48D8-8079-3ABB91DD9093}" type="presParOf" srcId="{02D1FAF1-705D-44F9-B136-C79876BB3060}" destId="{0244CB6A-6808-45FF-BDC7-768482C3A02D}" srcOrd="4" destOrd="0" presId="urn:microsoft.com/office/officeart/2005/8/layout/hierarchy2"/>
    <dgm:cxn modelId="{FD1B8102-9A8C-4682-83E5-CA6EC380867D}" type="presParOf" srcId="{0244CB6A-6808-45FF-BDC7-768482C3A02D}" destId="{418DD7F8-1BBE-49D1-AD13-91D5D2D0E8B5}" srcOrd="0" destOrd="0" presId="urn:microsoft.com/office/officeart/2005/8/layout/hierarchy2"/>
    <dgm:cxn modelId="{F699A22F-0095-49E8-9C86-3EA9F4DFC1B0}" type="presParOf" srcId="{02D1FAF1-705D-44F9-B136-C79876BB3060}" destId="{6442CB8F-504B-437A-BB5E-24BC37A5F29D}" srcOrd="5" destOrd="0" presId="urn:microsoft.com/office/officeart/2005/8/layout/hierarchy2"/>
    <dgm:cxn modelId="{E8B56EC9-78E9-4660-B786-3E7313D1B0D9}" type="presParOf" srcId="{6442CB8F-504B-437A-BB5E-24BC37A5F29D}" destId="{D24C74FD-15CA-4947-8D9F-512C15362484}" srcOrd="0" destOrd="0" presId="urn:microsoft.com/office/officeart/2005/8/layout/hierarchy2"/>
    <dgm:cxn modelId="{C028BEF5-AC84-49CD-8402-A4557BDBBDAA}" type="presParOf" srcId="{6442CB8F-504B-437A-BB5E-24BC37A5F29D}" destId="{0D7FF40E-EE2B-4DD0-94D6-6AF1012D32D3}" srcOrd="1" destOrd="0" presId="urn:microsoft.com/office/officeart/2005/8/layout/hierarchy2"/>
    <dgm:cxn modelId="{32987F39-ADC0-44B0-8BAE-1940B9323D3B}" type="presParOf" srcId="{09117D96-99A7-4662-8788-672A2E846E0A}" destId="{545AADDC-034D-4CD2-937A-6A55B6A54522}" srcOrd="2" destOrd="0" presId="urn:microsoft.com/office/officeart/2005/8/layout/hierarchy2"/>
    <dgm:cxn modelId="{5E66C468-D4B4-46CB-A8CD-94011F37D646}" type="presParOf" srcId="{545AADDC-034D-4CD2-937A-6A55B6A54522}" destId="{5D6EAD88-3BCD-4313-AEC8-4B56863FDFC6}" srcOrd="0" destOrd="0" presId="urn:microsoft.com/office/officeart/2005/8/layout/hierarchy2"/>
    <dgm:cxn modelId="{9AB3D6C9-E099-413B-BD7B-1C6AF29C0E7C}" type="presParOf" srcId="{09117D96-99A7-4662-8788-672A2E846E0A}" destId="{3D230397-4562-4817-9197-FFD3A1954250}" srcOrd="3" destOrd="0" presId="urn:microsoft.com/office/officeart/2005/8/layout/hierarchy2"/>
    <dgm:cxn modelId="{0816ED87-8633-425C-9257-1BB34119910D}" type="presParOf" srcId="{3D230397-4562-4817-9197-FFD3A1954250}" destId="{B4E3BB43-E47E-40C7-B915-D40009667C5C}" srcOrd="0" destOrd="0" presId="urn:microsoft.com/office/officeart/2005/8/layout/hierarchy2"/>
    <dgm:cxn modelId="{0701F6C4-D2E8-405E-90FB-57A1FA03D1CD}" type="presParOf" srcId="{3D230397-4562-4817-9197-FFD3A1954250}" destId="{C43A220F-1C75-4537-BE87-104DA94DAC4C}" srcOrd="1" destOrd="0" presId="urn:microsoft.com/office/officeart/2005/8/layout/hierarchy2"/>
    <dgm:cxn modelId="{B9B6FC25-5A17-4FBC-82B0-80DDF3841EAE}" type="presParOf" srcId="{C43A220F-1C75-4537-BE87-104DA94DAC4C}" destId="{BF76B63B-3B08-4473-B7E6-B1E178A25984}" srcOrd="0" destOrd="0" presId="urn:microsoft.com/office/officeart/2005/8/layout/hierarchy2"/>
    <dgm:cxn modelId="{8CF885CD-515B-4E8E-932C-3E8F0221E628}" type="presParOf" srcId="{BF76B63B-3B08-4473-B7E6-B1E178A25984}" destId="{542E70A8-3293-4567-9C4E-0833765190F3}" srcOrd="0" destOrd="0" presId="urn:microsoft.com/office/officeart/2005/8/layout/hierarchy2"/>
    <dgm:cxn modelId="{B494F105-004F-498C-9FFA-C02BBF4B4F5C}" type="presParOf" srcId="{C43A220F-1C75-4537-BE87-104DA94DAC4C}" destId="{AC581201-9E32-4501-98FC-B40AE8CEDEE3}" srcOrd="1" destOrd="0" presId="urn:microsoft.com/office/officeart/2005/8/layout/hierarchy2"/>
    <dgm:cxn modelId="{B89ECA42-A38A-4F74-9706-5939E3871209}" type="presParOf" srcId="{AC581201-9E32-4501-98FC-B40AE8CEDEE3}" destId="{056E79A8-BDA1-4516-B7F2-83E78D8504A7}" srcOrd="0" destOrd="0" presId="urn:microsoft.com/office/officeart/2005/8/layout/hierarchy2"/>
    <dgm:cxn modelId="{A6609EA7-CA96-4D28-8B0C-43EEA915FE5F}" type="presParOf" srcId="{AC581201-9E32-4501-98FC-B40AE8CEDEE3}" destId="{AD5036F9-AF15-48FE-961F-2096344BDA99}" srcOrd="1" destOrd="0" presId="urn:microsoft.com/office/officeart/2005/8/layout/hierarchy2"/>
    <dgm:cxn modelId="{635DB7ED-0AF4-41AF-9C83-9CED0B891E6E}" type="presParOf" srcId="{C43A220F-1C75-4537-BE87-104DA94DAC4C}" destId="{E9B6B34B-C710-459F-9CA5-8A8F0488194C}" srcOrd="2" destOrd="0" presId="urn:microsoft.com/office/officeart/2005/8/layout/hierarchy2"/>
    <dgm:cxn modelId="{10A3D79D-4303-47EC-8B19-6D251705EEDC}" type="presParOf" srcId="{E9B6B34B-C710-459F-9CA5-8A8F0488194C}" destId="{EAB142B6-F8DC-48E7-BD16-0C7AC277CC6E}" srcOrd="0" destOrd="0" presId="urn:microsoft.com/office/officeart/2005/8/layout/hierarchy2"/>
    <dgm:cxn modelId="{C9E8BA13-BBD9-4C3E-B998-FEA38C8B893E}" type="presParOf" srcId="{C43A220F-1C75-4537-BE87-104DA94DAC4C}" destId="{3283F486-28DA-4EA9-8C22-2FE283079BF1}" srcOrd="3" destOrd="0" presId="urn:microsoft.com/office/officeart/2005/8/layout/hierarchy2"/>
    <dgm:cxn modelId="{0794491F-63F5-404C-A724-C11449054863}" type="presParOf" srcId="{3283F486-28DA-4EA9-8C22-2FE283079BF1}" destId="{98690AA6-1F95-4A6D-88EB-93EB2C50DBBE}" srcOrd="0" destOrd="0" presId="urn:microsoft.com/office/officeart/2005/8/layout/hierarchy2"/>
    <dgm:cxn modelId="{D510B76E-B156-4B40-999B-E4D02982142A}" type="presParOf" srcId="{3283F486-28DA-4EA9-8C22-2FE283079BF1}" destId="{DEB04176-C129-4C74-B1D7-55C39013765B}" srcOrd="1" destOrd="0" presId="urn:microsoft.com/office/officeart/2005/8/layout/hierarchy2"/>
    <dgm:cxn modelId="{8C8E6EB8-DD24-421D-8D0A-9DDFBC92DE44}" type="presParOf" srcId="{C43A220F-1C75-4537-BE87-104DA94DAC4C}" destId="{4C8EB726-2D39-47DF-B09A-114521646DDE}" srcOrd="4" destOrd="0" presId="urn:microsoft.com/office/officeart/2005/8/layout/hierarchy2"/>
    <dgm:cxn modelId="{442A7628-B2BB-4575-A1B0-2037AF6A2BF4}" type="presParOf" srcId="{4C8EB726-2D39-47DF-B09A-114521646DDE}" destId="{B4E755CC-27D8-439F-ABC4-DD76E608E069}" srcOrd="0" destOrd="0" presId="urn:microsoft.com/office/officeart/2005/8/layout/hierarchy2"/>
    <dgm:cxn modelId="{401D035D-3E45-4B6F-96F0-57C784907764}" type="presParOf" srcId="{C43A220F-1C75-4537-BE87-104DA94DAC4C}" destId="{36C6DA12-E47C-4727-93CA-271C6E6D474D}" srcOrd="5" destOrd="0" presId="urn:microsoft.com/office/officeart/2005/8/layout/hierarchy2"/>
    <dgm:cxn modelId="{02E4EF2C-4186-469D-A1FB-2430F8E0C89A}" type="presParOf" srcId="{36C6DA12-E47C-4727-93CA-271C6E6D474D}" destId="{FAC78B8D-0DBB-49BE-BC8C-1C0A240F7867}" srcOrd="0" destOrd="0" presId="urn:microsoft.com/office/officeart/2005/8/layout/hierarchy2"/>
    <dgm:cxn modelId="{15C821EF-E89B-485E-8995-F3E3FEE3653C}" type="presParOf" srcId="{36C6DA12-E47C-4727-93CA-271C6E6D474D}" destId="{A079030B-392B-45FF-9E5F-C6E0EB15109E}" srcOrd="1" destOrd="0" presId="urn:microsoft.com/office/officeart/2005/8/layout/hierarchy2"/>
    <dgm:cxn modelId="{A5340315-F6A6-4C96-8408-A565A34B21C7}" type="presParOf" srcId="{C43A220F-1C75-4537-BE87-104DA94DAC4C}" destId="{677DD2F6-BC2D-424B-9D5B-90141E99C617}" srcOrd="6" destOrd="0" presId="urn:microsoft.com/office/officeart/2005/8/layout/hierarchy2"/>
    <dgm:cxn modelId="{539291DA-0EE2-48FB-B0AE-8C617CE97C67}" type="presParOf" srcId="{677DD2F6-BC2D-424B-9D5B-90141E99C617}" destId="{C12F03D6-7DC5-46BA-AEF7-41A71D806510}" srcOrd="0" destOrd="0" presId="urn:microsoft.com/office/officeart/2005/8/layout/hierarchy2"/>
    <dgm:cxn modelId="{520CFB39-C804-4507-A12D-D84869B482E6}" type="presParOf" srcId="{C43A220F-1C75-4537-BE87-104DA94DAC4C}" destId="{4BA2F26E-1908-49FE-952E-809D940D6F9D}" srcOrd="7" destOrd="0" presId="urn:microsoft.com/office/officeart/2005/8/layout/hierarchy2"/>
    <dgm:cxn modelId="{8E29FE7B-D593-4D08-A1CB-60EEA028011D}" type="presParOf" srcId="{4BA2F26E-1908-49FE-952E-809D940D6F9D}" destId="{D8F77D55-061A-4BD3-84EB-DF700E1C504C}" srcOrd="0" destOrd="0" presId="urn:microsoft.com/office/officeart/2005/8/layout/hierarchy2"/>
    <dgm:cxn modelId="{922C104D-EB53-4A17-AE9A-F1910334C9E2}" type="presParOf" srcId="{4BA2F26E-1908-49FE-952E-809D940D6F9D}" destId="{74648830-1813-47A8-8F29-6D09D357A136}" srcOrd="1" destOrd="0" presId="urn:microsoft.com/office/officeart/2005/8/layout/hierarchy2"/>
    <dgm:cxn modelId="{4E44C316-6576-4E13-9212-73F15AD0B7F9}" type="presParOf" srcId="{C43A220F-1C75-4537-BE87-104DA94DAC4C}" destId="{01505712-6338-4C58-A25E-67FFE56C1EEC}" srcOrd="8" destOrd="0" presId="urn:microsoft.com/office/officeart/2005/8/layout/hierarchy2"/>
    <dgm:cxn modelId="{10A9EB2F-E7B3-4D38-B658-7D09CC796D6E}" type="presParOf" srcId="{01505712-6338-4C58-A25E-67FFE56C1EEC}" destId="{AE8897BA-5182-4D8D-8317-764F042388B9}" srcOrd="0" destOrd="0" presId="urn:microsoft.com/office/officeart/2005/8/layout/hierarchy2"/>
    <dgm:cxn modelId="{9698F604-6EA0-466A-B3D6-E6E198CC067D}" type="presParOf" srcId="{C43A220F-1C75-4537-BE87-104DA94DAC4C}" destId="{BA9D2693-4654-4BAB-92FB-CE02E385DB9D}" srcOrd="9" destOrd="0" presId="urn:microsoft.com/office/officeart/2005/8/layout/hierarchy2"/>
    <dgm:cxn modelId="{58425063-B9FE-4EC0-B374-73BF284AB059}" type="presParOf" srcId="{BA9D2693-4654-4BAB-92FB-CE02E385DB9D}" destId="{F67A96C4-2C83-4A1A-B5AC-EEC178D45365}" srcOrd="0" destOrd="0" presId="urn:microsoft.com/office/officeart/2005/8/layout/hierarchy2"/>
    <dgm:cxn modelId="{68C6F81E-F2F0-4822-B675-88C5D17F0047}" type="presParOf" srcId="{BA9D2693-4654-4BAB-92FB-CE02E385DB9D}" destId="{BF50EA71-592D-462B-B5E7-5197F65A8A50}" srcOrd="1" destOrd="0" presId="urn:microsoft.com/office/officeart/2005/8/layout/hierarchy2"/>
    <dgm:cxn modelId="{0580FE01-CD12-452F-AEC6-E5AD01299168}" type="presParOf" srcId="{C43A220F-1C75-4537-BE87-104DA94DAC4C}" destId="{4CBFD6AF-A432-4C0C-95B1-206AD106A639}" srcOrd="10" destOrd="0" presId="urn:microsoft.com/office/officeart/2005/8/layout/hierarchy2"/>
    <dgm:cxn modelId="{3F60237E-2F9F-4488-9A6B-470D669E3985}" type="presParOf" srcId="{4CBFD6AF-A432-4C0C-95B1-206AD106A639}" destId="{D8CACD38-B10E-4207-A2B0-A5DF37809017}" srcOrd="0" destOrd="0" presId="urn:microsoft.com/office/officeart/2005/8/layout/hierarchy2"/>
    <dgm:cxn modelId="{16B099AC-CE17-4DDE-9004-88DD2BF0CCA1}" type="presParOf" srcId="{C43A220F-1C75-4537-BE87-104DA94DAC4C}" destId="{5669471C-3C3C-4457-B597-1101AABF284C}" srcOrd="11" destOrd="0" presId="urn:microsoft.com/office/officeart/2005/8/layout/hierarchy2"/>
    <dgm:cxn modelId="{FAE71019-D22C-4275-A8AD-94750B5381CF}" type="presParOf" srcId="{5669471C-3C3C-4457-B597-1101AABF284C}" destId="{BFF87BD7-D970-44A2-9F14-55BD148E168B}" srcOrd="0" destOrd="0" presId="urn:microsoft.com/office/officeart/2005/8/layout/hierarchy2"/>
    <dgm:cxn modelId="{BD5D5E37-D554-4BA8-9F44-E4DC51ADD60E}" type="presParOf" srcId="{5669471C-3C3C-4457-B597-1101AABF284C}" destId="{D783DE1C-1B2B-4CBA-ACC2-46FC1D3FC00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741AB0-A5E6-4B3A-B2A9-1E9CA3223B9D}">
      <dsp:nvSpPr>
        <dsp:cNvPr id="0" name=""/>
        <dsp:cNvSpPr/>
      </dsp:nvSpPr>
      <dsp:spPr>
        <a:xfrm>
          <a:off x="220" y="1675945"/>
          <a:ext cx="1427287" cy="4822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shade val="8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 dirty="0"/>
            <a:t>改造シート</a:t>
          </a:r>
        </a:p>
      </dsp:txBody>
      <dsp:txXfrm>
        <a:off x="14345" y="1690070"/>
        <a:ext cx="1399037" cy="454009"/>
      </dsp:txXfrm>
    </dsp:sp>
    <dsp:sp modelId="{5435C20C-B2A0-4FCA-A334-D0560A4532C0}">
      <dsp:nvSpPr>
        <dsp:cNvPr id="0" name=""/>
        <dsp:cNvSpPr/>
      </dsp:nvSpPr>
      <dsp:spPr>
        <a:xfrm rot="17982582">
          <a:off x="1132992" y="1395493"/>
          <a:ext cx="1167800" cy="28872"/>
        </a:xfrm>
        <a:custGeom>
          <a:avLst/>
          <a:gdLst/>
          <a:ahLst/>
          <a:cxnLst/>
          <a:rect l="0" t="0" r="0" b="0"/>
          <a:pathLst>
            <a:path>
              <a:moveTo>
                <a:pt x="0" y="14436"/>
              </a:moveTo>
              <a:lnTo>
                <a:pt x="1167800" y="14436"/>
              </a:lnTo>
            </a:path>
          </a:pathLst>
        </a:custGeom>
        <a:noFill/>
        <a:ln w="2540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1687697" y="1380734"/>
        <a:ext cx="58390" cy="58390"/>
      </dsp:txXfrm>
    </dsp:sp>
    <dsp:sp modelId="{33C65874-0E55-49FB-BF3C-BF4F7C0E4108}">
      <dsp:nvSpPr>
        <dsp:cNvPr id="0" name=""/>
        <dsp:cNvSpPr/>
      </dsp:nvSpPr>
      <dsp:spPr>
        <a:xfrm>
          <a:off x="2006276" y="661655"/>
          <a:ext cx="1619062" cy="4822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tint val="99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tint val="99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tint val="99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 dirty="0"/>
            <a:t>開発テーマ</a:t>
          </a:r>
        </a:p>
      </dsp:txBody>
      <dsp:txXfrm>
        <a:off x="2020401" y="675780"/>
        <a:ext cx="1590812" cy="454009"/>
      </dsp:txXfrm>
    </dsp:sp>
    <dsp:sp modelId="{22780DC9-B490-45F6-86B0-9F5A9ACCED52}">
      <dsp:nvSpPr>
        <dsp:cNvPr id="0" name=""/>
        <dsp:cNvSpPr/>
      </dsp:nvSpPr>
      <dsp:spPr>
        <a:xfrm rot="19325125">
          <a:off x="3547916" y="662950"/>
          <a:ext cx="733614" cy="28872"/>
        </a:xfrm>
        <a:custGeom>
          <a:avLst/>
          <a:gdLst/>
          <a:ahLst/>
          <a:cxnLst/>
          <a:rect l="0" t="0" r="0" b="0"/>
          <a:pathLst>
            <a:path>
              <a:moveTo>
                <a:pt x="0" y="14436"/>
              </a:moveTo>
              <a:lnTo>
                <a:pt x="733614" y="14436"/>
              </a:lnTo>
            </a:path>
          </a:pathLst>
        </a:custGeom>
        <a:noFill/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896383" y="659046"/>
        <a:ext cx="36680" cy="36680"/>
      </dsp:txXfrm>
    </dsp:sp>
    <dsp:sp modelId="{5FA2B40D-126D-4C20-BFAB-89803953F67A}">
      <dsp:nvSpPr>
        <dsp:cNvPr id="0" name=""/>
        <dsp:cNvSpPr/>
      </dsp:nvSpPr>
      <dsp:spPr>
        <a:xfrm>
          <a:off x="4204107" y="280850"/>
          <a:ext cx="1583988" cy="3422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tint val="8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tint val="8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tint val="8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 dirty="0"/>
            <a:t>開発テーマ</a:t>
          </a:r>
          <a:r>
            <a:rPr kumimoji="1" lang="en-US" altLang="ja-JP" sz="1100" kern="1200" dirty="0"/>
            <a:t>ID</a:t>
          </a:r>
          <a:endParaRPr kumimoji="1" lang="ja-JP" altLang="en-US" sz="1100" kern="1200" dirty="0"/>
        </a:p>
      </dsp:txBody>
      <dsp:txXfrm>
        <a:off x="4214132" y="290875"/>
        <a:ext cx="1563938" cy="322226"/>
      </dsp:txXfrm>
    </dsp:sp>
    <dsp:sp modelId="{07F4B4A6-D221-41C2-974D-C20DD6628F07}">
      <dsp:nvSpPr>
        <dsp:cNvPr id="0" name=""/>
        <dsp:cNvSpPr/>
      </dsp:nvSpPr>
      <dsp:spPr>
        <a:xfrm>
          <a:off x="3625339" y="888348"/>
          <a:ext cx="578768" cy="28872"/>
        </a:xfrm>
        <a:custGeom>
          <a:avLst/>
          <a:gdLst/>
          <a:ahLst/>
          <a:cxnLst/>
          <a:rect l="0" t="0" r="0" b="0"/>
          <a:pathLst>
            <a:path>
              <a:moveTo>
                <a:pt x="0" y="14436"/>
              </a:moveTo>
              <a:lnTo>
                <a:pt x="578768" y="14436"/>
              </a:lnTo>
            </a:path>
          </a:pathLst>
        </a:custGeom>
        <a:noFill/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900254" y="888315"/>
        <a:ext cx="28938" cy="28938"/>
      </dsp:txXfrm>
    </dsp:sp>
    <dsp:sp modelId="{3F9C5056-681D-45F1-BDB5-938F98890A0C}">
      <dsp:nvSpPr>
        <dsp:cNvPr id="0" name=""/>
        <dsp:cNvSpPr/>
      </dsp:nvSpPr>
      <dsp:spPr>
        <a:xfrm>
          <a:off x="4204107" y="731646"/>
          <a:ext cx="1584176" cy="3422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tint val="8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tint val="8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tint val="8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 dirty="0"/>
            <a:t>開発テーマ名</a:t>
          </a:r>
          <a:r>
            <a:rPr kumimoji="1" lang="en-US" altLang="ja-JP" sz="1100" kern="1200" dirty="0"/>
            <a:t>/</a:t>
          </a:r>
          <a:r>
            <a:rPr kumimoji="1" lang="ja-JP" altLang="en-US" sz="1100" kern="1200" dirty="0"/>
            <a:t>開発名称</a:t>
          </a:r>
        </a:p>
      </dsp:txBody>
      <dsp:txXfrm>
        <a:off x="4214132" y="741671"/>
        <a:ext cx="1564126" cy="322226"/>
      </dsp:txXfrm>
    </dsp:sp>
    <dsp:sp modelId="{0244CB6A-6808-45FF-BDC7-768482C3A02D}">
      <dsp:nvSpPr>
        <dsp:cNvPr id="0" name=""/>
        <dsp:cNvSpPr/>
      </dsp:nvSpPr>
      <dsp:spPr>
        <a:xfrm rot="2274875">
          <a:off x="3547916" y="1113746"/>
          <a:ext cx="733614" cy="28872"/>
        </a:xfrm>
        <a:custGeom>
          <a:avLst/>
          <a:gdLst/>
          <a:ahLst/>
          <a:cxnLst/>
          <a:rect l="0" t="0" r="0" b="0"/>
          <a:pathLst>
            <a:path>
              <a:moveTo>
                <a:pt x="0" y="14436"/>
              </a:moveTo>
              <a:lnTo>
                <a:pt x="733614" y="14436"/>
              </a:lnTo>
            </a:path>
          </a:pathLst>
        </a:custGeom>
        <a:noFill/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896383" y="1109842"/>
        <a:ext cx="36680" cy="36680"/>
      </dsp:txXfrm>
    </dsp:sp>
    <dsp:sp modelId="{D24C74FD-15CA-4947-8D9F-512C15362484}">
      <dsp:nvSpPr>
        <dsp:cNvPr id="0" name=""/>
        <dsp:cNvSpPr/>
      </dsp:nvSpPr>
      <dsp:spPr>
        <a:xfrm>
          <a:off x="4204107" y="1182442"/>
          <a:ext cx="1656682" cy="342276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 dirty="0"/>
            <a:t>目的</a:t>
          </a:r>
          <a:r>
            <a:rPr kumimoji="1" lang="en-US" altLang="ja-JP" sz="1100" kern="1200" dirty="0"/>
            <a:t>/</a:t>
          </a:r>
          <a:r>
            <a:rPr kumimoji="1" lang="ja-JP" altLang="en-US" sz="1100" kern="1200" dirty="0"/>
            <a:t>背景</a:t>
          </a:r>
          <a:r>
            <a:rPr kumimoji="1" lang="en-US" altLang="ja-JP" sz="1100" kern="1200" dirty="0"/>
            <a:t>/</a:t>
          </a:r>
          <a:r>
            <a:rPr kumimoji="1" lang="ja-JP" altLang="en-US" sz="1100" kern="1200" dirty="0"/>
            <a:t>概要</a:t>
          </a:r>
        </a:p>
      </dsp:txBody>
      <dsp:txXfrm>
        <a:off x="4214132" y="1192467"/>
        <a:ext cx="1636632" cy="322226"/>
      </dsp:txXfrm>
    </dsp:sp>
    <dsp:sp modelId="{545AADDC-034D-4CD2-937A-6A55B6A54522}">
      <dsp:nvSpPr>
        <dsp:cNvPr id="0" name=""/>
        <dsp:cNvSpPr/>
      </dsp:nvSpPr>
      <dsp:spPr>
        <a:xfrm rot="3617418">
          <a:off x="1132992" y="2409784"/>
          <a:ext cx="1167800" cy="28872"/>
        </a:xfrm>
        <a:custGeom>
          <a:avLst/>
          <a:gdLst/>
          <a:ahLst/>
          <a:cxnLst/>
          <a:rect l="0" t="0" r="0" b="0"/>
          <a:pathLst>
            <a:path>
              <a:moveTo>
                <a:pt x="0" y="14436"/>
              </a:moveTo>
              <a:lnTo>
                <a:pt x="1167800" y="14436"/>
              </a:lnTo>
            </a:path>
          </a:pathLst>
        </a:custGeom>
        <a:noFill/>
        <a:ln w="25400" cap="flat" cmpd="sng" algn="ctr">
          <a:solidFill>
            <a:schemeClr val="accent2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1687697" y="2395025"/>
        <a:ext cx="58390" cy="58390"/>
      </dsp:txXfrm>
    </dsp:sp>
    <dsp:sp modelId="{B4E3BB43-E47E-40C7-B915-D40009667C5C}">
      <dsp:nvSpPr>
        <dsp:cNvPr id="0" name=""/>
        <dsp:cNvSpPr/>
      </dsp:nvSpPr>
      <dsp:spPr>
        <a:xfrm>
          <a:off x="2006276" y="2690236"/>
          <a:ext cx="1660878" cy="4822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tint val="99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tint val="99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tint val="99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 dirty="0"/>
            <a:t>関連機能仕様書</a:t>
          </a:r>
        </a:p>
      </dsp:txBody>
      <dsp:txXfrm>
        <a:off x="2020401" y="2704361"/>
        <a:ext cx="1632628" cy="454009"/>
      </dsp:txXfrm>
    </dsp:sp>
    <dsp:sp modelId="{BF76B63B-3B08-4473-B7E6-B1E178A25984}">
      <dsp:nvSpPr>
        <dsp:cNvPr id="0" name=""/>
        <dsp:cNvSpPr/>
      </dsp:nvSpPr>
      <dsp:spPr>
        <a:xfrm rot="17830974">
          <a:off x="3323081" y="2353434"/>
          <a:ext cx="1266916" cy="28872"/>
        </a:xfrm>
        <a:custGeom>
          <a:avLst/>
          <a:gdLst/>
          <a:ahLst/>
          <a:cxnLst/>
          <a:rect l="0" t="0" r="0" b="0"/>
          <a:pathLst>
            <a:path>
              <a:moveTo>
                <a:pt x="0" y="14436"/>
              </a:moveTo>
              <a:lnTo>
                <a:pt x="1266916" y="14436"/>
              </a:lnTo>
            </a:path>
          </a:pathLst>
        </a:custGeom>
        <a:noFill/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924866" y="2336198"/>
        <a:ext cx="63345" cy="63345"/>
      </dsp:txXfrm>
    </dsp:sp>
    <dsp:sp modelId="{056E79A8-BDA1-4516-B7F2-83E78D8504A7}">
      <dsp:nvSpPr>
        <dsp:cNvPr id="0" name=""/>
        <dsp:cNvSpPr/>
      </dsp:nvSpPr>
      <dsp:spPr>
        <a:xfrm>
          <a:off x="4245923" y="1633237"/>
          <a:ext cx="1656682" cy="3422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tint val="8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tint val="8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tint val="8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 dirty="0"/>
            <a:t>機能仕様書名</a:t>
          </a:r>
        </a:p>
      </dsp:txBody>
      <dsp:txXfrm>
        <a:off x="4255948" y="1643262"/>
        <a:ext cx="1636632" cy="322226"/>
      </dsp:txXfrm>
    </dsp:sp>
    <dsp:sp modelId="{E9B6B34B-C710-459F-9CA5-8A8F0488194C}">
      <dsp:nvSpPr>
        <dsp:cNvPr id="0" name=""/>
        <dsp:cNvSpPr/>
      </dsp:nvSpPr>
      <dsp:spPr>
        <a:xfrm rot="18633656">
          <a:off x="3511508" y="2578832"/>
          <a:ext cx="890062" cy="28872"/>
        </a:xfrm>
        <a:custGeom>
          <a:avLst/>
          <a:gdLst/>
          <a:ahLst/>
          <a:cxnLst/>
          <a:rect l="0" t="0" r="0" b="0"/>
          <a:pathLst>
            <a:path>
              <a:moveTo>
                <a:pt x="0" y="14436"/>
              </a:moveTo>
              <a:lnTo>
                <a:pt x="890062" y="14436"/>
              </a:lnTo>
            </a:path>
          </a:pathLst>
        </a:custGeom>
        <a:noFill/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934287" y="2571017"/>
        <a:ext cx="44503" cy="44503"/>
      </dsp:txXfrm>
    </dsp:sp>
    <dsp:sp modelId="{98690AA6-1F95-4A6D-88EB-93EB2C50DBBE}">
      <dsp:nvSpPr>
        <dsp:cNvPr id="0" name=""/>
        <dsp:cNvSpPr/>
      </dsp:nvSpPr>
      <dsp:spPr>
        <a:xfrm>
          <a:off x="4245923" y="2084033"/>
          <a:ext cx="1656682" cy="3422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tint val="8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tint val="8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tint val="8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 dirty="0"/>
            <a:t>仕様フォルダパス</a:t>
          </a:r>
        </a:p>
      </dsp:txBody>
      <dsp:txXfrm>
        <a:off x="4255948" y="2094058"/>
        <a:ext cx="1636632" cy="322226"/>
      </dsp:txXfrm>
    </dsp:sp>
    <dsp:sp modelId="{4C8EB726-2D39-47DF-B09A-114521646DDE}">
      <dsp:nvSpPr>
        <dsp:cNvPr id="0" name=""/>
        <dsp:cNvSpPr/>
      </dsp:nvSpPr>
      <dsp:spPr>
        <a:xfrm rot="20323313">
          <a:off x="3645984" y="2804230"/>
          <a:ext cx="621109" cy="28872"/>
        </a:xfrm>
        <a:custGeom>
          <a:avLst/>
          <a:gdLst/>
          <a:ahLst/>
          <a:cxnLst/>
          <a:rect l="0" t="0" r="0" b="0"/>
          <a:pathLst>
            <a:path>
              <a:moveTo>
                <a:pt x="0" y="14436"/>
              </a:moveTo>
              <a:lnTo>
                <a:pt x="621109" y="14436"/>
              </a:lnTo>
            </a:path>
          </a:pathLst>
        </a:custGeom>
        <a:noFill/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941011" y="2803138"/>
        <a:ext cx="31055" cy="31055"/>
      </dsp:txXfrm>
    </dsp:sp>
    <dsp:sp modelId="{FAC78B8D-0DBB-49BE-BC8C-1C0A240F7867}">
      <dsp:nvSpPr>
        <dsp:cNvPr id="0" name=""/>
        <dsp:cNvSpPr/>
      </dsp:nvSpPr>
      <dsp:spPr>
        <a:xfrm>
          <a:off x="4245923" y="2534829"/>
          <a:ext cx="1656682" cy="3422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tint val="8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tint val="8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tint val="8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1100" kern="1200"/>
            <a:t>Rev</a:t>
          </a:r>
          <a:r>
            <a:rPr kumimoji="1" lang="ja-JP" altLang="en-US" sz="1100" kern="1200"/>
            <a:t>情報</a:t>
          </a:r>
          <a:endParaRPr kumimoji="1" lang="en-US" altLang="ja-JP" sz="1100" kern="1200" dirty="0"/>
        </a:p>
      </dsp:txBody>
      <dsp:txXfrm>
        <a:off x="4255948" y="2544854"/>
        <a:ext cx="1636632" cy="322226"/>
      </dsp:txXfrm>
    </dsp:sp>
    <dsp:sp modelId="{677DD2F6-BC2D-424B-9D5B-90141E99C617}">
      <dsp:nvSpPr>
        <dsp:cNvPr id="0" name=""/>
        <dsp:cNvSpPr/>
      </dsp:nvSpPr>
      <dsp:spPr>
        <a:xfrm rot="1276687">
          <a:off x="3645984" y="3029628"/>
          <a:ext cx="621109" cy="28872"/>
        </a:xfrm>
        <a:custGeom>
          <a:avLst/>
          <a:gdLst/>
          <a:ahLst/>
          <a:cxnLst/>
          <a:rect l="0" t="0" r="0" b="0"/>
          <a:pathLst>
            <a:path>
              <a:moveTo>
                <a:pt x="0" y="14436"/>
              </a:moveTo>
              <a:lnTo>
                <a:pt x="621109" y="14436"/>
              </a:lnTo>
            </a:path>
          </a:pathLst>
        </a:custGeom>
        <a:noFill/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941011" y="3028536"/>
        <a:ext cx="31055" cy="31055"/>
      </dsp:txXfrm>
    </dsp:sp>
    <dsp:sp modelId="{D8F77D55-061A-4BD3-84EB-DF700E1C504C}">
      <dsp:nvSpPr>
        <dsp:cNvPr id="0" name=""/>
        <dsp:cNvSpPr/>
      </dsp:nvSpPr>
      <dsp:spPr>
        <a:xfrm>
          <a:off x="4245923" y="2985625"/>
          <a:ext cx="1656682" cy="3422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tint val="8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tint val="8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tint val="8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100" kern="1200"/>
            <a:t>該当シート</a:t>
          </a:r>
          <a:endParaRPr lang="en-US" altLang="ja-JP" sz="1100" kern="1200" dirty="0"/>
        </a:p>
      </dsp:txBody>
      <dsp:txXfrm>
        <a:off x="4255948" y="2995650"/>
        <a:ext cx="1636632" cy="322226"/>
      </dsp:txXfrm>
    </dsp:sp>
    <dsp:sp modelId="{01505712-6338-4C58-A25E-67FFE56C1EEC}">
      <dsp:nvSpPr>
        <dsp:cNvPr id="0" name=""/>
        <dsp:cNvSpPr/>
      </dsp:nvSpPr>
      <dsp:spPr>
        <a:xfrm rot="2966344">
          <a:off x="3511508" y="3255026"/>
          <a:ext cx="890062" cy="28872"/>
        </a:xfrm>
        <a:custGeom>
          <a:avLst/>
          <a:gdLst/>
          <a:ahLst/>
          <a:cxnLst/>
          <a:rect l="0" t="0" r="0" b="0"/>
          <a:pathLst>
            <a:path>
              <a:moveTo>
                <a:pt x="0" y="14436"/>
              </a:moveTo>
              <a:lnTo>
                <a:pt x="890062" y="14436"/>
              </a:lnTo>
            </a:path>
          </a:pathLst>
        </a:custGeom>
        <a:noFill/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934287" y="3247210"/>
        <a:ext cx="44503" cy="44503"/>
      </dsp:txXfrm>
    </dsp:sp>
    <dsp:sp modelId="{F67A96C4-2C83-4A1A-B5AC-EEC178D45365}">
      <dsp:nvSpPr>
        <dsp:cNvPr id="0" name=""/>
        <dsp:cNvSpPr/>
      </dsp:nvSpPr>
      <dsp:spPr>
        <a:xfrm>
          <a:off x="4245923" y="3436420"/>
          <a:ext cx="1656682" cy="3422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tint val="8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tint val="8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tint val="8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100" kern="1200"/>
            <a:t>変更内容</a:t>
          </a:r>
          <a:endParaRPr kumimoji="1" lang="en-US" altLang="ja-JP" sz="1100" kern="1200" dirty="0"/>
        </a:p>
      </dsp:txBody>
      <dsp:txXfrm>
        <a:off x="4255948" y="3446445"/>
        <a:ext cx="1636632" cy="322226"/>
      </dsp:txXfrm>
    </dsp:sp>
    <dsp:sp modelId="{4CBFD6AF-A432-4C0C-95B1-206AD106A639}">
      <dsp:nvSpPr>
        <dsp:cNvPr id="0" name=""/>
        <dsp:cNvSpPr/>
      </dsp:nvSpPr>
      <dsp:spPr>
        <a:xfrm rot="3769026">
          <a:off x="3323081" y="3480424"/>
          <a:ext cx="1266916" cy="28872"/>
        </a:xfrm>
        <a:custGeom>
          <a:avLst/>
          <a:gdLst/>
          <a:ahLst/>
          <a:cxnLst/>
          <a:rect l="0" t="0" r="0" b="0"/>
          <a:pathLst>
            <a:path>
              <a:moveTo>
                <a:pt x="0" y="14436"/>
              </a:moveTo>
              <a:lnTo>
                <a:pt x="1266916" y="14436"/>
              </a:lnTo>
            </a:path>
          </a:pathLst>
        </a:custGeom>
        <a:noFill/>
        <a:ln w="25400" cap="flat" cmpd="sng" algn="ctr">
          <a:solidFill>
            <a:schemeClr val="accent2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500" kern="1200"/>
        </a:p>
      </dsp:txBody>
      <dsp:txXfrm>
        <a:off x="3924866" y="3463187"/>
        <a:ext cx="63345" cy="63345"/>
      </dsp:txXfrm>
    </dsp:sp>
    <dsp:sp modelId="{BFF87BD7-D970-44A2-9F14-55BD148E168B}">
      <dsp:nvSpPr>
        <dsp:cNvPr id="0" name=""/>
        <dsp:cNvSpPr/>
      </dsp:nvSpPr>
      <dsp:spPr>
        <a:xfrm>
          <a:off x="4245923" y="3887216"/>
          <a:ext cx="1656682" cy="342276"/>
        </a:xfrm>
        <a:prstGeom prst="roundRect">
          <a:avLst>
            <a:gd name="adj" fmla="val 10000"/>
          </a:avLst>
        </a:prstGeom>
        <a:solidFill>
          <a:schemeClr val="accent3">
            <a:lumMod val="20000"/>
            <a:lumOff val="8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100" kern="1200" dirty="0"/>
            <a:t>処理内容</a:t>
          </a:r>
          <a:endParaRPr kumimoji="1" lang="en-US" altLang="ja-JP" sz="1100" kern="1200" dirty="0"/>
        </a:p>
      </dsp:txBody>
      <dsp:txXfrm>
        <a:off x="4255948" y="3897241"/>
        <a:ext cx="1636632" cy="3222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2153032"/>
            <a:ext cx="12192000" cy="1285883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ctr">
              <a:defRPr sz="4000" b="0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3" y="3812007"/>
            <a:ext cx="12191999" cy="50800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ea"/>
                <a:ea typeface="+mj-ea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7752099-D9CF-42A8-8671-C5612DFCD100}"/>
              </a:ext>
            </a:extLst>
          </p:cNvPr>
          <p:cNvSpPr/>
          <p:nvPr/>
        </p:nvSpPr>
        <p:spPr>
          <a:xfrm>
            <a:off x="0" y="0"/>
            <a:ext cx="12192000" cy="2880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lvl="0" algn="ctr">
              <a:lnSpc>
                <a:spcPct val="110000"/>
              </a:lnSpc>
              <a:defRPr/>
            </a:pPr>
            <a:endParaRPr kumimoji="0" lang="ja-JP" altLang="en-US" sz="1051" kern="0" dirty="0">
              <a:solidFill>
                <a:srgbClr val="0B0905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51A1ADA-1838-48D5-9BBA-B690409ACAD6}"/>
              </a:ext>
            </a:extLst>
          </p:cNvPr>
          <p:cNvSpPr txBox="1"/>
          <p:nvPr/>
        </p:nvSpPr>
        <p:spPr>
          <a:xfrm>
            <a:off x="9761199" y="6244921"/>
            <a:ext cx="19656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0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http://www.exmotion.co.jp/</a:t>
            </a:r>
            <a:endParaRPr kumimoji="1" lang="ja-JP" altLang="en-US" sz="1000" baseline="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10" name="Picture 2" descr="C:\Documents and Settings\miki.yoshimura\デスクトップ\ロゴ\背景透明\黒字_背景透明_350x110.png">
            <a:extLst>
              <a:ext uri="{FF2B5EF4-FFF2-40B4-BE49-F238E27FC236}">
                <a16:creationId xmlns:a16="http://schemas.microsoft.com/office/drawing/2014/main" id="{8F2A4BC6-17C4-421C-8EC7-133483372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18453" y="5593565"/>
            <a:ext cx="2251096" cy="674720"/>
          </a:xfrm>
          <a:prstGeom prst="rect">
            <a:avLst/>
          </a:prstGeom>
          <a:noFill/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ADE163D-5CDB-44DA-B853-B4742030F000}"/>
              </a:ext>
            </a:extLst>
          </p:cNvPr>
          <p:cNvSpPr/>
          <p:nvPr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lvl="0" algn="ctr">
              <a:lnSpc>
                <a:spcPct val="110000"/>
              </a:lnSpc>
              <a:defRPr/>
            </a:pPr>
            <a:endParaRPr kumimoji="0" lang="ja-JP" altLang="en-US" sz="1051" kern="0" dirty="0">
              <a:solidFill>
                <a:srgbClr val="0B0905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12D8CB42-5DF8-4765-857F-D24FFB159924}"/>
              </a:ext>
            </a:extLst>
          </p:cNvPr>
          <p:cNvCxnSpPr/>
          <p:nvPr/>
        </p:nvCxnSpPr>
        <p:spPr>
          <a:xfrm>
            <a:off x="1446665" y="3603010"/>
            <a:ext cx="9298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658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C:\Documents and Settings\yuji.miwa\My Documents\My Pictures\00_EXM\X_回転\10sec_small.gif">
            <a:extLst>
              <a:ext uri="{FF2B5EF4-FFF2-40B4-BE49-F238E27FC236}">
                <a16:creationId xmlns:a16="http://schemas.microsoft.com/office/drawing/2014/main" id="{B5EC4486-32A8-403E-B103-586783B4CF4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07637" y="204686"/>
            <a:ext cx="528719" cy="476250"/>
          </a:xfrm>
          <a:prstGeom prst="rect">
            <a:avLst/>
          </a:prstGeom>
          <a:noFill/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EE20FBF-DC22-45F8-9935-807EF2E0F6C9}"/>
              </a:ext>
            </a:extLst>
          </p:cNvPr>
          <p:cNvSpPr/>
          <p:nvPr/>
        </p:nvSpPr>
        <p:spPr>
          <a:xfrm>
            <a:off x="575733" y="2153764"/>
            <a:ext cx="11040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72000" bIns="36000" rtlCol="0" anchor="ctr"/>
          <a:lstStyle/>
          <a:p>
            <a:endParaRPr lang="ja-JP" altLang="en-US" sz="1600" dirty="0">
              <a:solidFill>
                <a:schemeClr val="accent3"/>
              </a:solidFill>
              <a:latin typeface="+mn-ea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ECF91AB-0A53-4972-8411-1F809AF369B1}"/>
              </a:ext>
            </a:extLst>
          </p:cNvPr>
          <p:cNvSpPr/>
          <p:nvPr/>
        </p:nvSpPr>
        <p:spPr>
          <a:xfrm>
            <a:off x="575733" y="3191496"/>
            <a:ext cx="11040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72000" bIns="36000" rtlCol="0" anchor="ctr"/>
          <a:lstStyle/>
          <a:p>
            <a:endParaRPr lang="ja-JP" altLang="en-US" sz="1600" dirty="0">
              <a:solidFill>
                <a:schemeClr val="accent3"/>
              </a:solidFill>
              <a:latin typeface="+mn-ea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C4D9F77-F250-44BA-99FE-940553A55084}"/>
              </a:ext>
            </a:extLst>
          </p:cNvPr>
          <p:cNvSpPr/>
          <p:nvPr/>
        </p:nvSpPr>
        <p:spPr>
          <a:xfrm>
            <a:off x="575733" y="4229228"/>
            <a:ext cx="11040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72000" bIns="36000" rtlCol="0" anchor="ctr"/>
          <a:lstStyle/>
          <a:p>
            <a:endParaRPr lang="ja-JP" altLang="en-US" sz="1600" dirty="0">
              <a:solidFill>
                <a:schemeClr val="accent3"/>
              </a:solidFill>
              <a:latin typeface="+mn-ea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9D9715A-34CF-46E3-A60E-1130189E95CF}"/>
              </a:ext>
            </a:extLst>
          </p:cNvPr>
          <p:cNvSpPr/>
          <p:nvPr/>
        </p:nvSpPr>
        <p:spPr>
          <a:xfrm>
            <a:off x="575733" y="5266959"/>
            <a:ext cx="11040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72000" bIns="36000" rtlCol="0" anchor="ctr"/>
          <a:lstStyle/>
          <a:p>
            <a:endParaRPr lang="en-US" altLang="ja-JP" sz="1600" dirty="0">
              <a:solidFill>
                <a:schemeClr val="accent3"/>
              </a:solidFill>
              <a:latin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D069DEF-F7D8-4E50-B3F9-3A60B90B9315}"/>
              </a:ext>
            </a:extLst>
          </p:cNvPr>
          <p:cNvSpPr/>
          <p:nvPr/>
        </p:nvSpPr>
        <p:spPr>
          <a:xfrm>
            <a:off x="575733" y="1116032"/>
            <a:ext cx="11040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72000" bIns="36000" rtlCol="0" anchor="ctr"/>
          <a:lstStyle/>
          <a:p>
            <a:endParaRPr lang="ja-JP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282FD4F-1CE0-462B-A6CF-01F7CA529503}"/>
              </a:ext>
            </a:extLst>
          </p:cNvPr>
          <p:cNvSpPr/>
          <p:nvPr/>
        </p:nvSpPr>
        <p:spPr>
          <a:xfrm>
            <a:off x="763821" y="2279764"/>
            <a:ext cx="720000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36000" rtlCol="0" anchor="ctr"/>
          <a:lstStyle/>
          <a:p>
            <a:pPr algn="ctr"/>
            <a:r>
              <a:rPr lang="en-US" altLang="ja-JP" sz="2000" b="1" dirty="0">
                <a:solidFill>
                  <a:schemeClr val="bg1"/>
                </a:solidFill>
                <a:latin typeface="+mn-ea"/>
              </a:rPr>
              <a:t>2</a:t>
            </a:r>
            <a:endParaRPr lang="ja-JP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2AC4DCF-DE5A-4F0A-A57E-322A9D9A13BA}"/>
              </a:ext>
            </a:extLst>
          </p:cNvPr>
          <p:cNvSpPr/>
          <p:nvPr/>
        </p:nvSpPr>
        <p:spPr>
          <a:xfrm>
            <a:off x="763821" y="3317496"/>
            <a:ext cx="720000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36000" rtlCol="0" anchor="ctr"/>
          <a:lstStyle/>
          <a:p>
            <a:pPr algn="ctr"/>
            <a:r>
              <a:rPr lang="en-US" altLang="ja-JP" sz="2000" b="1" dirty="0">
                <a:solidFill>
                  <a:schemeClr val="bg1"/>
                </a:solidFill>
                <a:latin typeface="+mn-ea"/>
              </a:rPr>
              <a:t>3</a:t>
            </a:r>
            <a:endParaRPr lang="ja-JP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0D4D703-5EE0-42A7-83A1-8EE3257EB3ED}"/>
              </a:ext>
            </a:extLst>
          </p:cNvPr>
          <p:cNvSpPr/>
          <p:nvPr/>
        </p:nvSpPr>
        <p:spPr>
          <a:xfrm>
            <a:off x="763821" y="4355228"/>
            <a:ext cx="720000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36000" rtlCol="0" anchor="ctr"/>
          <a:lstStyle/>
          <a:p>
            <a:pPr algn="ctr"/>
            <a:r>
              <a:rPr lang="en-US" altLang="ja-JP" sz="2000" b="1" dirty="0">
                <a:solidFill>
                  <a:schemeClr val="bg1"/>
                </a:solidFill>
                <a:latin typeface="+mn-ea"/>
              </a:rPr>
              <a:t>4</a:t>
            </a:r>
            <a:endParaRPr lang="ja-JP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34846BC-E224-4D1C-8018-8305E2350883}"/>
              </a:ext>
            </a:extLst>
          </p:cNvPr>
          <p:cNvSpPr/>
          <p:nvPr/>
        </p:nvSpPr>
        <p:spPr>
          <a:xfrm>
            <a:off x="763821" y="5392959"/>
            <a:ext cx="720000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36000" rtlCol="0" anchor="ctr"/>
          <a:lstStyle/>
          <a:p>
            <a:pPr algn="ctr"/>
            <a:r>
              <a:rPr lang="en-US" altLang="ja-JP" sz="2000" b="1" dirty="0">
                <a:solidFill>
                  <a:schemeClr val="bg1"/>
                </a:solidFill>
                <a:latin typeface="+mn-ea"/>
              </a:rPr>
              <a:t>5</a:t>
            </a:r>
            <a:endParaRPr lang="ja-JP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974E7BA-B1DE-4553-ACCC-1419B7137128}"/>
              </a:ext>
            </a:extLst>
          </p:cNvPr>
          <p:cNvSpPr/>
          <p:nvPr/>
        </p:nvSpPr>
        <p:spPr>
          <a:xfrm>
            <a:off x="763821" y="1242032"/>
            <a:ext cx="720000" cy="54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36000" rtlCol="0" anchor="ctr"/>
          <a:lstStyle/>
          <a:p>
            <a:pPr algn="ctr"/>
            <a:r>
              <a:rPr lang="en-US" altLang="ja-JP" sz="2000" b="1" dirty="0">
                <a:solidFill>
                  <a:schemeClr val="bg1"/>
                </a:solidFill>
                <a:latin typeface="+mn-ea"/>
              </a:rPr>
              <a:t>1</a:t>
            </a:r>
            <a:endParaRPr lang="ja-JP" alt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C2A59D92-8727-4D8A-BE2F-9B86F7CBB2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91220" y="1241425"/>
            <a:ext cx="9709149" cy="541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kumimoji="1" lang="ja-JP" altLang="en-US" dirty="0"/>
              <a:t>製造業のソフトウェア開発に求められるもの</a:t>
            </a:r>
          </a:p>
        </p:txBody>
      </p:sp>
      <p:sp>
        <p:nvSpPr>
          <p:cNvPr id="15" name="テキスト プレースホルダー 12">
            <a:extLst>
              <a:ext uri="{FF2B5EF4-FFF2-40B4-BE49-F238E27FC236}">
                <a16:creationId xmlns:a16="http://schemas.microsoft.com/office/drawing/2014/main" id="{C5162572-65AA-4674-B98C-3F2C60B591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91220" y="5398092"/>
            <a:ext cx="9709149" cy="541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kumimoji="1" lang="ja-JP" altLang="en-US" dirty="0"/>
              <a:t>まとめ</a:t>
            </a:r>
            <a:endParaRPr kumimoji="1" lang="en-US" altLang="ja-JP" dirty="0"/>
          </a:p>
        </p:txBody>
      </p:sp>
      <p:sp>
        <p:nvSpPr>
          <p:cNvPr id="16" name="テキスト プレースホルダー 12">
            <a:extLst>
              <a:ext uri="{FF2B5EF4-FFF2-40B4-BE49-F238E27FC236}">
                <a16:creationId xmlns:a16="http://schemas.microsoft.com/office/drawing/2014/main" id="{F0A3642A-7FC1-41B9-B14E-945FE39760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1220" y="2313923"/>
            <a:ext cx="9709149" cy="541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kumimoji="1" lang="ja-JP" altLang="en-US" dirty="0"/>
              <a:t>製造業のソフトウェアにおける「設計品質」の問題点と課題</a:t>
            </a:r>
          </a:p>
        </p:txBody>
      </p:sp>
      <p:sp>
        <p:nvSpPr>
          <p:cNvPr id="18" name="テキスト プレースホルダー 12">
            <a:extLst>
              <a:ext uri="{FF2B5EF4-FFF2-40B4-BE49-F238E27FC236}">
                <a16:creationId xmlns:a16="http://schemas.microsoft.com/office/drawing/2014/main" id="{11A10625-B0F9-47DC-9A97-3EC70565D2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19032" y="3321242"/>
            <a:ext cx="9709149" cy="541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kumimoji="1" lang="ja-JP" altLang="en-US" dirty="0"/>
              <a:t>なぜモデルなのか？</a:t>
            </a:r>
          </a:p>
        </p:txBody>
      </p:sp>
      <p:sp>
        <p:nvSpPr>
          <p:cNvPr id="19" name="テキスト プレースホルダー 12">
            <a:extLst>
              <a:ext uri="{FF2B5EF4-FFF2-40B4-BE49-F238E27FC236}">
                <a16:creationId xmlns:a16="http://schemas.microsoft.com/office/drawing/2014/main" id="{9E55F54E-1006-448E-B7C9-17FC1C923A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19032" y="4358974"/>
            <a:ext cx="9709149" cy="5413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/>
            </a:lvl1pPr>
          </a:lstStyle>
          <a:p>
            <a:pPr lvl="0"/>
            <a:r>
              <a:rPr kumimoji="1" lang="ja-JP" altLang="en-US" dirty="0"/>
              <a:t>良いモデルを描くためには</a:t>
            </a:r>
          </a:p>
        </p:txBody>
      </p:sp>
    </p:spTree>
    <p:extLst>
      <p:ext uri="{BB962C8B-B14F-4D97-AF65-F5344CB8AC3E}">
        <p14:creationId xmlns:p14="http://schemas.microsoft.com/office/powerpoint/2010/main" val="2313272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6">
          <p15:clr>
            <a:srgbClr val="FBAE40"/>
          </p15:clr>
        </p15:guide>
        <p15:guide id="2" pos="5624">
          <p15:clr>
            <a:srgbClr val="FBAE40"/>
          </p15:clr>
        </p15:guide>
        <p15:guide id="3" pos="272">
          <p15:clr>
            <a:srgbClr val="FBAE40"/>
          </p15:clr>
        </p15:guide>
        <p15:guide id="4" pos="548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セクションブレイク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630168-7B1E-4056-9DC5-8B22630778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414130"/>
            <a:ext cx="12192000" cy="3763926"/>
          </a:xfrm>
          <a:prstGeom prst="rect">
            <a:avLst/>
          </a:prstGeom>
        </p:spPr>
        <p:txBody>
          <a:bodyPr lIns="180000" rIns="18000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462193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11648" y="218819"/>
            <a:ext cx="11620581" cy="483310"/>
          </a:xfrm>
          <a:prstGeom prst="rect">
            <a:avLst/>
          </a:prstGeom>
        </p:spPr>
        <p:txBody>
          <a:bodyPr lIns="180000" tIns="108000">
            <a:noAutofit/>
          </a:bodyPr>
          <a:lstStyle>
            <a:lvl1pPr algn="l">
              <a:defRPr sz="2800" b="1">
                <a:solidFill>
                  <a:srgbClr val="1E1E1E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9878991-B6FE-48BC-BB89-27A03811152B}"/>
              </a:ext>
            </a:extLst>
          </p:cNvPr>
          <p:cNvSpPr/>
          <p:nvPr/>
        </p:nvSpPr>
        <p:spPr>
          <a:xfrm>
            <a:off x="298318" y="252919"/>
            <a:ext cx="60959" cy="449210"/>
          </a:xfrm>
          <a:prstGeom prst="rect">
            <a:avLst/>
          </a:prstGeom>
          <a:solidFill>
            <a:srgbClr val="1E1E1E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FEB836-1D44-4E6D-91A9-0100FF7663F1}"/>
              </a:ext>
            </a:extLst>
          </p:cNvPr>
          <p:cNvSpPr txBox="1"/>
          <p:nvPr/>
        </p:nvSpPr>
        <p:spPr>
          <a:xfrm>
            <a:off x="11517551" y="6632480"/>
            <a:ext cx="57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CBA7EC3-AB9E-46E6-85D8-3FAAF4CF299E}" type="slidenum">
              <a:rPr kumimoji="1" lang="ja-JP" altLang="en-US" sz="900" smtClean="0"/>
              <a:pPr algn="ctr"/>
              <a:t>‹#›</a:t>
            </a:fld>
            <a:endParaRPr kumimoji="1" lang="ja-JP" altLang="en-US" sz="90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9A3C70C-CA5C-4B50-9A1D-EE521BC63546}"/>
              </a:ext>
            </a:extLst>
          </p:cNvPr>
          <p:cNvCxnSpPr>
            <a:cxnSpLocks/>
          </p:cNvCxnSpPr>
          <p:nvPr/>
        </p:nvCxnSpPr>
        <p:spPr>
          <a:xfrm>
            <a:off x="575735" y="846640"/>
            <a:ext cx="110405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CB6C442C-C9C2-4238-94D9-9B6F426B66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36" y="944563"/>
            <a:ext cx="11040533" cy="5543550"/>
          </a:xfrm>
          <a:prstGeom prst="rect">
            <a:avLst/>
          </a:prstGeom>
        </p:spPr>
        <p:txBody>
          <a:bodyPr/>
          <a:lstStyle>
            <a:lvl1pPr marL="342891" indent="-342891">
              <a:spcBef>
                <a:spcPts val="18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1800">
                <a:solidFill>
                  <a:schemeClr val="tx1"/>
                </a:solidFill>
              </a:defRPr>
            </a:lvl1pPr>
            <a:lvl2pPr>
              <a:buClr>
                <a:schemeClr val="accent4"/>
              </a:buCl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</p:txBody>
      </p:sp>
      <p:pic>
        <p:nvPicPr>
          <p:cNvPr id="10" name="Picture 2" descr="C:\Documents and Settings\yuji.miwa\My Documents\My Pictures\00_EXM\X_回転\10sec_small.gif">
            <a:extLst>
              <a:ext uri="{FF2B5EF4-FFF2-40B4-BE49-F238E27FC236}">
                <a16:creationId xmlns:a16="http://schemas.microsoft.com/office/drawing/2014/main" id="{28B089E7-8D5E-4BEA-91CE-D70199DE671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07637" y="204686"/>
            <a:ext cx="528719" cy="476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40932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6">
          <p15:clr>
            <a:srgbClr val="FBAE40"/>
          </p15:clr>
        </p15:guide>
        <p15:guide id="2" pos="5624">
          <p15:clr>
            <a:srgbClr val="FBAE40"/>
          </p15:clr>
        </p15:guide>
        <p15:guide id="3" pos="272">
          <p15:clr>
            <a:srgbClr val="FBAE40"/>
          </p15:clr>
        </p15:guide>
        <p15:guide id="4" pos="5488">
          <p15:clr>
            <a:srgbClr val="FBAE40"/>
          </p15:clr>
        </p15:guide>
        <p15:guide id="5" orient="horz" pos="595">
          <p15:clr>
            <a:srgbClr val="FBAE40"/>
          </p15:clr>
        </p15:guide>
        <p15:guide id="6" orient="horz" pos="70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11648" y="218819"/>
            <a:ext cx="11620581" cy="483310"/>
          </a:xfrm>
          <a:prstGeom prst="rect">
            <a:avLst/>
          </a:prstGeom>
        </p:spPr>
        <p:txBody>
          <a:bodyPr lIns="180000" tIns="108000">
            <a:noAutofit/>
          </a:bodyPr>
          <a:lstStyle>
            <a:lvl1pPr algn="l">
              <a:defRPr sz="2800" b="1">
                <a:solidFill>
                  <a:srgbClr val="1E1E1E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FEB836-1D44-4E6D-91A9-0100FF7663F1}"/>
              </a:ext>
            </a:extLst>
          </p:cNvPr>
          <p:cNvSpPr txBox="1"/>
          <p:nvPr/>
        </p:nvSpPr>
        <p:spPr>
          <a:xfrm>
            <a:off x="11517551" y="6632480"/>
            <a:ext cx="57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CBA7EC3-AB9E-46E6-85D8-3FAAF4CF299E}" type="slidenum">
              <a:rPr kumimoji="1" lang="ja-JP" altLang="en-US" sz="900" smtClean="0"/>
              <a:pPr algn="ctr"/>
              <a:t>‹#›</a:t>
            </a:fld>
            <a:endParaRPr kumimoji="1" lang="ja-JP" altLang="en-US" sz="90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9A3C70C-CA5C-4B50-9A1D-EE521BC63546}"/>
              </a:ext>
            </a:extLst>
          </p:cNvPr>
          <p:cNvCxnSpPr>
            <a:cxnSpLocks/>
          </p:cNvCxnSpPr>
          <p:nvPr/>
        </p:nvCxnSpPr>
        <p:spPr>
          <a:xfrm>
            <a:off x="575735" y="846640"/>
            <a:ext cx="110405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82822EB-F108-4262-B639-AA663F0D4FE6}"/>
              </a:ext>
            </a:extLst>
          </p:cNvPr>
          <p:cNvSpPr/>
          <p:nvPr/>
        </p:nvSpPr>
        <p:spPr>
          <a:xfrm>
            <a:off x="298318" y="252919"/>
            <a:ext cx="60959" cy="449210"/>
          </a:xfrm>
          <a:prstGeom prst="rect">
            <a:avLst/>
          </a:prstGeom>
          <a:solidFill>
            <a:srgbClr val="1E1E1E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pic>
        <p:nvPicPr>
          <p:cNvPr id="9" name="Picture 2" descr="C:\Documents and Settings\yuji.miwa\My Documents\My Pictures\00_EXM\X_回転\10sec_small.gif">
            <a:extLst>
              <a:ext uri="{FF2B5EF4-FFF2-40B4-BE49-F238E27FC236}">
                <a16:creationId xmlns:a16="http://schemas.microsoft.com/office/drawing/2014/main" id="{1463176F-BF85-47A5-B852-D6F01EA7157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07637" y="204686"/>
            <a:ext cx="528719" cy="476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38273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6">
          <p15:clr>
            <a:srgbClr val="FBAE40"/>
          </p15:clr>
        </p15:guide>
        <p15:guide id="2" pos="5624">
          <p15:clr>
            <a:srgbClr val="FBAE40"/>
          </p15:clr>
        </p15:guide>
        <p15:guide id="3" pos="272">
          <p15:clr>
            <a:srgbClr val="FBAE40"/>
          </p15:clr>
        </p15:guide>
        <p15:guide id="4" pos="5488">
          <p15:clr>
            <a:srgbClr val="FBAE40"/>
          </p15:clr>
        </p15:guide>
        <p15:guide id="5" orient="horz" pos="595">
          <p15:clr>
            <a:srgbClr val="FBAE40"/>
          </p15:clr>
        </p15:guide>
        <p15:guide id="6" orient="horz" pos="70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コンテンツ横2分割（テキスト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11648" y="218819"/>
            <a:ext cx="11620581" cy="483310"/>
          </a:xfrm>
          <a:prstGeom prst="rect">
            <a:avLst/>
          </a:prstGeom>
        </p:spPr>
        <p:txBody>
          <a:bodyPr lIns="180000" tIns="108000">
            <a:noAutofit/>
          </a:bodyPr>
          <a:lstStyle>
            <a:lvl1pPr algn="l">
              <a:defRPr sz="2800" b="1">
                <a:solidFill>
                  <a:srgbClr val="1E1E1E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FEB836-1D44-4E6D-91A9-0100FF7663F1}"/>
              </a:ext>
            </a:extLst>
          </p:cNvPr>
          <p:cNvSpPr txBox="1"/>
          <p:nvPr/>
        </p:nvSpPr>
        <p:spPr>
          <a:xfrm>
            <a:off x="11517551" y="6632480"/>
            <a:ext cx="57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CBA7EC3-AB9E-46E6-85D8-3FAAF4CF299E}" type="slidenum">
              <a:rPr kumimoji="1" lang="ja-JP" altLang="en-US" sz="900" smtClean="0"/>
              <a:pPr algn="ctr"/>
              <a:t>‹#›</a:t>
            </a:fld>
            <a:endParaRPr kumimoji="1" lang="ja-JP" altLang="en-US" sz="90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9A3C70C-CA5C-4B50-9A1D-EE521BC63546}"/>
              </a:ext>
            </a:extLst>
          </p:cNvPr>
          <p:cNvCxnSpPr/>
          <p:nvPr/>
        </p:nvCxnSpPr>
        <p:spPr>
          <a:xfrm>
            <a:off x="1446665" y="3505315"/>
            <a:ext cx="9298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318187E-9321-4B28-96CD-CB4839ED49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35" y="1125538"/>
            <a:ext cx="11040532" cy="22479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5E1A2B51-D0BB-4D9F-9707-689B399F1F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5736" y="3626875"/>
            <a:ext cx="11040533" cy="28898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31B6C91-0188-4C79-93BF-5BE6B7BF8859}"/>
              </a:ext>
            </a:extLst>
          </p:cNvPr>
          <p:cNvSpPr/>
          <p:nvPr/>
        </p:nvSpPr>
        <p:spPr>
          <a:xfrm>
            <a:off x="298318" y="252919"/>
            <a:ext cx="60959" cy="449210"/>
          </a:xfrm>
          <a:prstGeom prst="rect">
            <a:avLst/>
          </a:prstGeom>
          <a:solidFill>
            <a:srgbClr val="1E1E1E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pic>
        <p:nvPicPr>
          <p:cNvPr id="10" name="Picture 2" descr="C:\Documents and Settings\yuji.miwa\My Documents\My Pictures\00_EXM\X_回転\10sec_small.gif">
            <a:extLst>
              <a:ext uri="{FF2B5EF4-FFF2-40B4-BE49-F238E27FC236}">
                <a16:creationId xmlns:a16="http://schemas.microsoft.com/office/drawing/2014/main" id="{0DD036F0-4980-4E4C-916D-843862F2B25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07637" y="204686"/>
            <a:ext cx="528719" cy="476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4450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6">
          <p15:clr>
            <a:srgbClr val="FBAE40"/>
          </p15:clr>
        </p15:guide>
        <p15:guide id="2" pos="5624">
          <p15:clr>
            <a:srgbClr val="FBAE40"/>
          </p15:clr>
        </p15:guide>
        <p15:guide id="3" pos="272">
          <p15:clr>
            <a:srgbClr val="FBAE40"/>
          </p15:clr>
        </p15:guide>
        <p15:guide id="4" pos="5488">
          <p15:clr>
            <a:srgbClr val="FBAE40"/>
          </p15:clr>
        </p15:guide>
        <p15:guide id="5" orient="horz" pos="595">
          <p15:clr>
            <a:srgbClr val="FBAE40"/>
          </p15:clr>
        </p15:guide>
        <p15:guide id="6" orient="horz" pos="70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コンテンツ2分割（図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11648" y="218819"/>
            <a:ext cx="11620581" cy="483310"/>
          </a:xfrm>
          <a:prstGeom prst="rect">
            <a:avLst/>
          </a:prstGeom>
        </p:spPr>
        <p:txBody>
          <a:bodyPr lIns="180000" tIns="108000">
            <a:noAutofit/>
          </a:bodyPr>
          <a:lstStyle>
            <a:lvl1pPr algn="l">
              <a:defRPr sz="2800" b="1">
                <a:solidFill>
                  <a:srgbClr val="1E1E1E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16" name="フッター プレースホルダ 16">
            <a:extLst>
              <a:ext uri="{FF2B5EF4-FFF2-40B4-BE49-F238E27FC236}">
                <a16:creationId xmlns:a16="http://schemas.microsoft.com/office/drawing/2014/main" id="{10877BAF-E54C-431A-AD75-0E20E2ACABF0}"/>
              </a:ext>
            </a:extLst>
          </p:cNvPr>
          <p:cNvSpPr txBox="1">
            <a:spLocks/>
          </p:cNvSpPr>
          <p:nvPr/>
        </p:nvSpPr>
        <p:spPr>
          <a:xfrm>
            <a:off x="181586" y="6654284"/>
            <a:ext cx="4971279" cy="203716"/>
          </a:xfrm>
          <a:prstGeom prst="rect">
            <a:avLst/>
          </a:prstGeom>
        </p:spPr>
        <p:txBody>
          <a:bodyPr/>
          <a:lstStyle>
            <a:lvl1pPr algn="ctr">
              <a:defRPr sz="1050" baseline="0">
                <a:latin typeface="Verdana" pitchFamily="34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Copyright © 2018 eXmotion Co</a:t>
            </a: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., Ltd. All rights reserved.</a:t>
            </a:r>
            <a:endParaRPr kumimoji="1" lang="ja-JP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FEB836-1D44-4E6D-91A9-0100FF7663F1}"/>
              </a:ext>
            </a:extLst>
          </p:cNvPr>
          <p:cNvSpPr txBox="1"/>
          <p:nvPr/>
        </p:nvSpPr>
        <p:spPr>
          <a:xfrm>
            <a:off x="11517551" y="6632480"/>
            <a:ext cx="57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FCBA7EC3-AB9E-46E6-85D8-3FAAF4CF299E}" type="slidenum">
              <a:rPr kumimoji="1" lang="ja-JP" altLang="en-US" sz="900" smtClean="0"/>
              <a:pPr algn="ctr"/>
              <a:t>‹#›</a:t>
            </a:fld>
            <a:endParaRPr kumimoji="1" lang="ja-JP" altLang="en-US" sz="90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318187E-9321-4B28-96CD-CB4839ED49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35" y="944574"/>
            <a:ext cx="11040532" cy="9811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/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3BABE2E1-0A5C-4FD9-8763-459C96595E92}"/>
              </a:ext>
            </a:extLst>
          </p:cNvPr>
          <p:cNvCxnSpPr/>
          <p:nvPr/>
        </p:nvCxnSpPr>
        <p:spPr>
          <a:xfrm>
            <a:off x="1446665" y="1985311"/>
            <a:ext cx="9298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DEE5D10B-AD74-4E46-9601-D826ECD06C8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5736" y="2036768"/>
            <a:ext cx="11040533" cy="457517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5E313F3-DCCC-4D98-9A9E-EBE71A49ABC8}"/>
              </a:ext>
            </a:extLst>
          </p:cNvPr>
          <p:cNvSpPr/>
          <p:nvPr/>
        </p:nvSpPr>
        <p:spPr>
          <a:xfrm>
            <a:off x="298318" y="252919"/>
            <a:ext cx="60959" cy="449210"/>
          </a:xfrm>
          <a:prstGeom prst="rect">
            <a:avLst/>
          </a:prstGeom>
          <a:solidFill>
            <a:srgbClr val="1E1E1E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pic>
        <p:nvPicPr>
          <p:cNvPr id="13" name="Picture 2" descr="C:\Documents and Settings\yuji.miwa\My Documents\My Pictures\00_EXM\X_回転\10sec_small.gif">
            <a:extLst>
              <a:ext uri="{FF2B5EF4-FFF2-40B4-BE49-F238E27FC236}">
                <a16:creationId xmlns:a16="http://schemas.microsoft.com/office/drawing/2014/main" id="{7EACC8CD-07DA-404F-A8C6-12D5344CA65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07637" y="204686"/>
            <a:ext cx="528719" cy="476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67037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6">
          <p15:clr>
            <a:srgbClr val="FBAE40"/>
          </p15:clr>
        </p15:guide>
        <p15:guide id="2" pos="5624">
          <p15:clr>
            <a:srgbClr val="FBAE40"/>
          </p15:clr>
        </p15:guide>
        <p15:guide id="3" pos="272">
          <p15:clr>
            <a:srgbClr val="FBAE40"/>
          </p15:clr>
        </p15:guide>
        <p15:guide id="4" pos="5488">
          <p15:clr>
            <a:srgbClr val="FBAE40"/>
          </p15:clr>
        </p15:guide>
        <p15:guide id="5" orient="horz" pos="595">
          <p15:clr>
            <a:srgbClr val="FBAE40"/>
          </p15:clr>
        </p15:guide>
        <p15:guide id="6" orient="horz" pos="70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コンテンツ縦2分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>
            <a:extLst>
              <a:ext uri="{FF2B5EF4-FFF2-40B4-BE49-F238E27FC236}">
                <a16:creationId xmlns:a16="http://schemas.microsoft.com/office/drawing/2014/main" id="{83F04BC7-B35D-4363-BC23-8E2B45391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648" y="218819"/>
            <a:ext cx="11620581" cy="483310"/>
          </a:xfrm>
          <a:prstGeom prst="rect">
            <a:avLst/>
          </a:prstGeom>
        </p:spPr>
        <p:txBody>
          <a:bodyPr lIns="180000" tIns="108000">
            <a:noAutofit/>
          </a:bodyPr>
          <a:lstStyle>
            <a:lvl1pPr algn="l">
              <a:defRPr sz="2800" b="1">
                <a:solidFill>
                  <a:srgbClr val="1E1E1E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6D26E8FB-FB85-4D5D-B51A-C4BD9553E7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33" y="1128677"/>
            <a:ext cx="5195765" cy="5048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4" name="テキスト プレースホルダー 11">
            <a:extLst>
              <a:ext uri="{FF2B5EF4-FFF2-40B4-BE49-F238E27FC236}">
                <a16:creationId xmlns:a16="http://schemas.microsoft.com/office/drawing/2014/main" id="{8CF13E12-A5BD-4253-ACFA-429E969383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20505" y="1128676"/>
            <a:ext cx="5195763" cy="5048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577767EB-7F4A-4E5C-B632-FEE98C863016}"/>
              </a:ext>
            </a:extLst>
          </p:cNvPr>
          <p:cNvCxnSpPr>
            <a:cxnSpLocks/>
          </p:cNvCxnSpPr>
          <p:nvPr/>
        </p:nvCxnSpPr>
        <p:spPr>
          <a:xfrm>
            <a:off x="575733" y="1724427"/>
            <a:ext cx="51957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91B72DE1-54F6-4D8B-B7EA-B066DD99CF31}"/>
              </a:ext>
            </a:extLst>
          </p:cNvPr>
          <p:cNvCxnSpPr>
            <a:cxnSpLocks/>
          </p:cNvCxnSpPr>
          <p:nvPr/>
        </p:nvCxnSpPr>
        <p:spPr>
          <a:xfrm>
            <a:off x="6420505" y="1724427"/>
            <a:ext cx="51957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コンテンツ プレースホルダー 20">
            <a:extLst>
              <a:ext uri="{FF2B5EF4-FFF2-40B4-BE49-F238E27FC236}">
                <a16:creationId xmlns:a16="http://schemas.microsoft.com/office/drawing/2014/main" id="{91FF9050-C926-4CE1-BD33-BFB6CB31EA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5737" y="1866905"/>
            <a:ext cx="5196417" cy="4633913"/>
          </a:xfrm>
          <a:prstGeom prst="rect">
            <a:avLst/>
          </a:prstGeom>
        </p:spPr>
        <p:txBody>
          <a:bodyPr lIns="180000" tIns="108000" rIns="180000" bIns="108000"/>
          <a:lstStyle>
            <a:lvl1pPr marL="0" indent="0">
              <a:buNone/>
              <a:defRPr sz="20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2" name="コンテンツ プレースホルダー 20">
            <a:extLst>
              <a:ext uri="{FF2B5EF4-FFF2-40B4-BE49-F238E27FC236}">
                <a16:creationId xmlns:a16="http://schemas.microsoft.com/office/drawing/2014/main" id="{96EC9F5D-9DAA-4472-8412-5C21710DC8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26658" y="1866905"/>
            <a:ext cx="5196417" cy="4633913"/>
          </a:xfrm>
          <a:prstGeom prst="rect">
            <a:avLst/>
          </a:prstGeom>
        </p:spPr>
        <p:txBody>
          <a:bodyPr lIns="180000" tIns="108000" rIns="180000" bIns="108000"/>
          <a:lstStyle>
            <a:lvl1pPr marL="0" indent="0">
              <a:buNone/>
              <a:defRPr sz="20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84A4A85-B0D2-4282-82C5-6EB91C24B8A0}"/>
              </a:ext>
            </a:extLst>
          </p:cNvPr>
          <p:cNvSpPr/>
          <p:nvPr/>
        </p:nvSpPr>
        <p:spPr>
          <a:xfrm>
            <a:off x="298318" y="252919"/>
            <a:ext cx="60959" cy="449210"/>
          </a:xfrm>
          <a:prstGeom prst="rect">
            <a:avLst/>
          </a:prstGeom>
          <a:solidFill>
            <a:srgbClr val="1E1E1E"/>
          </a:solidFill>
          <a:ln w="190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pic>
        <p:nvPicPr>
          <p:cNvPr id="11" name="Picture 2" descr="C:\Documents and Settings\yuji.miwa\My Documents\My Pictures\00_EXM\X_回転\10sec_small.gif">
            <a:extLst>
              <a:ext uri="{FF2B5EF4-FFF2-40B4-BE49-F238E27FC236}">
                <a16:creationId xmlns:a16="http://schemas.microsoft.com/office/drawing/2014/main" id="{65BC99F6-6013-459C-A7EA-320A83BBABD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07637" y="204686"/>
            <a:ext cx="528719" cy="476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52228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6">
          <p15:clr>
            <a:srgbClr val="FBAE40"/>
          </p15:clr>
        </p15:guide>
        <p15:guide id="2" pos="5624">
          <p15:clr>
            <a:srgbClr val="FBAE40"/>
          </p15:clr>
        </p15:guide>
        <p15:guide id="3" pos="272">
          <p15:clr>
            <a:srgbClr val="FBAE40"/>
          </p15:clr>
        </p15:guide>
        <p15:guide id="4" pos="548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Documents and Settings\yuji.miwa\My Documents\My Pictures\00_EXM\X_回転\10sec_small.gif">
            <a:extLst>
              <a:ext uri="{FF2B5EF4-FFF2-40B4-BE49-F238E27FC236}">
                <a16:creationId xmlns:a16="http://schemas.microsoft.com/office/drawing/2014/main" id="{09DD0D1E-6927-4063-9968-8E88441E5B8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07637" y="204686"/>
            <a:ext cx="528719" cy="476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740176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6">
          <p15:clr>
            <a:srgbClr val="FBAE40"/>
          </p15:clr>
        </p15:guide>
        <p15:guide id="2" pos="5624">
          <p15:clr>
            <a:srgbClr val="FBAE40"/>
          </p15:clr>
        </p15:guide>
        <p15:guide id="3" pos="272">
          <p15:clr>
            <a:srgbClr val="FBAE40"/>
          </p15:clr>
        </p15:guide>
        <p15:guide id="4" pos="548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91348" y="1813437"/>
            <a:ext cx="10614213" cy="304287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defRPr sz="2800" b="0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7752099-D9CF-42A8-8671-C5612DFCD100}"/>
              </a:ext>
            </a:extLst>
          </p:cNvPr>
          <p:cNvSpPr/>
          <p:nvPr/>
        </p:nvSpPr>
        <p:spPr>
          <a:xfrm>
            <a:off x="0" y="0"/>
            <a:ext cx="12192000" cy="2880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lvl="0" algn="ctr">
              <a:lnSpc>
                <a:spcPct val="110000"/>
              </a:lnSpc>
              <a:defRPr/>
            </a:pPr>
            <a:endParaRPr kumimoji="0" lang="ja-JP" altLang="en-US" sz="1051" kern="0" dirty="0">
              <a:solidFill>
                <a:srgbClr val="0B0905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51A1ADA-1838-48D5-9BBA-B690409ACAD6}"/>
              </a:ext>
            </a:extLst>
          </p:cNvPr>
          <p:cNvSpPr txBox="1"/>
          <p:nvPr/>
        </p:nvSpPr>
        <p:spPr>
          <a:xfrm>
            <a:off x="9455015" y="6220665"/>
            <a:ext cx="19656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0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http://www.exmotion.co.jp/</a:t>
            </a:r>
            <a:endParaRPr kumimoji="1" lang="ja-JP" altLang="en-US" sz="1000" baseline="0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10" name="Picture 2" descr="C:\Documents and Settings\miki.yoshimura\デスクトップ\ロゴ\背景透明\黒字_背景透明_350x110.png">
            <a:extLst>
              <a:ext uri="{FF2B5EF4-FFF2-40B4-BE49-F238E27FC236}">
                <a16:creationId xmlns:a16="http://schemas.microsoft.com/office/drawing/2014/main" id="{8F2A4BC6-17C4-421C-8EC7-133483372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06080" y="5593565"/>
            <a:ext cx="2863469" cy="674720"/>
          </a:xfrm>
          <a:prstGeom prst="rect">
            <a:avLst/>
          </a:prstGeom>
          <a:noFill/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ADE163D-5CDB-44DA-B853-B4742030F000}"/>
              </a:ext>
            </a:extLst>
          </p:cNvPr>
          <p:cNvSpPr/>
          <p:nvPr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lvl="0" algn="ctr">
              <a:lnSpc>
                <a:spcPct val="110000"/>
              </a:lnSpc>
              <a:defRPr/>
            </a:pPr>
            <a:endParaRPr kumimoji="0" lang="ja-JP" altLang="en-US" sz="1051" kern="0" dirty="0">
              <a:solidFill>
                <a:srgbClr val="0B0905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982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987C16-1133-B523-19CB-423C03000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8985F2-3BE5-38EE-049A-E96112C39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A6D048-9EC1-BC42-4BAD-715437080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07EAE-C093-4CCA-B3C0-4B8D0B679D15}" type="datetimeFigureOut">
              <a:rPr kumimoji="1" lang="ja-JP" altLang="en-US" smtClean="0"/>
              <a:t>2025/11/26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B42564-F672-5846-6CFF-6A70FA661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7AE0AE-1E28-A198-C1DF-577575E17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9AF54-13FC-4832-9337-370E1C3382B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6987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 16">
            <a:extLst>
              <a:ext uri="{FF2B5EF4-FFF2-40B4-BE49-F238E27FC236}">
                <a16:creationId xmlns:a16="http://schemas.microsoft.com/office/drawing/2014/main" id="{46AFBF65-511E-4E7B-B07D-C452240A7E8B}"/>
              </a:ext>
            </a:extLst>
          </p:cNvPr>
          <p:cNvSpPr txBox="1">
            <a:spLocks/>
          </p:cNvSpPr>
          <p:nvPr/>
        </p:nvSpPr>
        <p:spPr>
          <a:xfrm>
            <a:off x="181586" y="6654284"/>
            <a:ext cx="4971279" cy="203716"/>
          </a:xfrm>
          <a:prstGeom prst="rect">
            <a:avLst/>
          </a:prstGeom>
        </p:spPr>
        <p:txBody>
          <a:bodyPr/>
          <a:lstStyle>
            <a:lvl1pPr algn="ctr">
              <a:defRPr sz="1050" baseline="0">
                <a:latin typeface="Verdana" pitchFamily="34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Copyright © 2018 eXmotion Co., Ltd. All rights reserved.</a:t>
            </a:r>
            <a:endParaRPr kumimoji="1" lang="ja-JP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354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7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7E1E27-1841-8D50-745A-0E412814A9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改造シート調査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B21F83D-ABB7-693E-FFC1-1161465E24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7739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79B45572-4A06-1DC6-3EF6-7CB44FA0B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改造シート：フォーマット</a:t>
            </a: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1E5137B7-D925-B172-21A7-BD0D36C774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36" y="944563"/>
            <a:ext cx="11040533" cy="1047866"/>
          </a:xfrm>
        </p:spPr>
        <p:txBody>
          <a:bodyPr/>
          <a:lstStyle/>
          <a:p>
            <a:r>
              <a:rPr lang="ja-JP" altLang="en-US" dirty="0"/>
              <a:t>規定フォーマットがある</a:t>
            </a:r>
            <a:endParaRPr lang="en-US" altLang="ja-JP" dirty="0"/>
          </a:p>
          <a:p>
            <a:r>
              <a:rPr lang="ja-JP" altLang="en-US" dirty="0"/>
              <a:t>既存資料では</a:t>
            </a:r>
            <a:r>
              <a:rPr lang="en-US" altLang="ja-JP" dirty="0"/>
              <a:t>3</a:t>
            </a:r>
            <a:r>
              <a:rPr lang="ja-JP" altLang="en-US" dirty="0"/>
              <a:t>パターン</a:t>
            </a:r>
            <a:r>
              <a:rPr lang="en-US" altLang="ja-JP" dirty="0"/>
              <a:t>(?)</a:t>
            </a:r>
            <a:r>
              <a:rPr lang="ja-JP" altLang="en-US" dirty="0"/>
              <a:t>の書き方がある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B1604DF9-D184-BC92-11D9-6063941EB9EE}"/>
              </a:ext>
            </a:extLst>
          </p:cNvPr>
          <p:cNvGrpSpPr/>
          <p:nvPr/>
        </p:nvGrpSpPr>
        <p:grpSpPr>
          <a:xfrm>
            <a:off x="2035113" y="2388678"/>
            <a:ext cx="7321186" cy="3418881"/>
            <a:chOff x="1216423" y="2359991"/>
            <a:chExt cx="7321186" cy="3418881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A8D05DFD-2AD4-F30F-A004-82EABAE21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6423" y="2359991"/>
              <a:ext cx="7321186" cy="3123619"/>
            </a:xfrm>
            <a:prstGeom prst="rect">
              <a:avLst/>
            </a:prstGeom>
          </p:spPr>
        </p:pic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27BD55A1-5078-390D-CFA8-BC7382EC8406}"/>
                </a:ext>
              </a:extLst>
            </p:cNvPr>
            <p:cNvSpPr txBox="1"/>
            <p:nvPr/>
          </p:nvSpPr>
          <p:spPr>
            <a:xfrm>
              <a:off x="2111675" y="5501873"/>
              <a:ext cx="55306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dirty="0" err="1"/>
                <a:t>iMCSX</a:t>
              </a:r>
              <a:r>
                <a:rPr kumimoji="1" lang="en-US" altLang="ja-JP" sz="1200" dirty="0"/>
                <a:t>—</a:t>
              </a:r>
              <a:r>
                <a:rPr kumimoji="1" lang="ja-JP" altLang="en-US" sz="1200" dirty="0"/>
                <a:t>改造シートフォーマット</a:t>
              </a:r>
              <a:r>
                <a:rPr kumimoji="1" lang="en-US" altLang="ja-JP" sz="1200" dirty="0"/>
                <a:t>(</a:t>
              </a:r>
              <a:r>
                <a:rPr kumimoji="1" lang="ja-JP" altLang="en-US" sz="1200" dirty="0"/>
                <a:t>機能リリース管理</a:t>
              </a:r>
              <a:r>
                <a:rPr kumimoji="1" lang="en-US" altLang="ja-JP" sz="1200" dirty="0"/>
                <a:t>\03 </a:t>
              </a:r>
              <a:r>
                <a:rPr kumimoji="1" lang="ja-JP" altLang="en-US" sz="1200" dirty="0"/>
                <a:t>改造シート</a:t>
              </a:r>
              <a:r>
                <a:rPr kumimoji="1" lang="en-US" altLang="ja-JP" sz="1200" dirty="0"/>
                <a:t>\Format)</a:t>
              </a:r>
              <a:endParaRPr kumimoji="1" lang="ja-JP" altLang="en-US" sz="1200" dirty="0"/>
            </a:p>
          </p:txBody>
        </p:sp>
      </p:grpSp>
      <p:sp>
        <p:nvSpPr>
          <p:cNvPr id="12" name="吹き出し: 線 11">
            <a:extLst>
              <a:ext uri="{FF2B5EF4-FFF2-40B4-BE49-F238E27FC236}">
                <a16:creationId xmlns:a16="http://schemas.microsoft.com/office/drawing/2014/main" id="{4A7668A6-DCB3-D2A0-2CD6-22893316EBCF}"/>
              </a:ext>
            </a:extLst>
          </p:cNvPr>
          <p:cNvSpPr/>
          <p:nvPr/>
        </p:nvSpPr>
        <p:spPr>
          <a:xfrm>
            <a:off x="9721516" y="3197209"/>
            <a:ext cx="2123865" cy="1288164"/>
          </a:xfrm>
          <a:prstGeom prst="borderCallout1">
            <a:avLst>
              <a:gd name="adj1" fmla="val 35057"/>
              <a:gd name="adj2" fmla="val -3072"/>
              <a:gd name="adj3" fmla="val 29448"/>
              <a:gd name="adj4" fmla="val -26093"/>
            </a:avLst>
          </a:prstGeom>
          <a:solidFill>
            <a:schemeClr val="bg1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</a:rPr>
              <a:t>該当仕様書変更点の</a:t>
            </a:r>
            <a:br>
              <a:rPr kumimoji="1" lang="en-US" altLang="ja-JP" sz="1400" dirty="0">
                <a:solidFill>
                  <a:schemeClr val="tx1"/>
                </a:solidFill>
              </a:rPr>
            </a:br>
            <a:r>
              <a:rPr kumimoji="1" lang="ja-JP" altLang="en-US" sz="1400" dirty="0">
                <a:solidFill>
                  <a:schemeClr val="tx1"/>
                </a:solidFill>
              </a:rPr>
              <a:t>・仕様書パス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r>
              <a:rPr kumimoji="1" lang="ja-JP" altLang="en-US" sz="1400" dirty="0">
                <a:solidFill>
                  <a:schemeClr val="tx1"/>
                </a:solidFill>
              </a:rPr>
              <a:t>・バージョン</a:t>
            </a:r>
            <a:br>
              <a:rPr kumimoji="1" lang="en-US" altLang="ja-JP" sz="1400" dirty="0">
                <a:solidFill>
                  <a:schemeClr val="tx1"/>
                </a:solidFill>
              </a:rPr>
            </a:br>
            <a:r>
              <a:rPr kumimoji="1" lang="ja-JP" altLang="en-US" sz="1400" dirty="0">
                <a:solidFill>
                  <a:schemeClr val="tx1"/>
                </a:solidFill>
              </a:rPr>
              <a:t>・シート名</a:t>
            </a:r>
            <a:br>
              <a:rPr kumimoji="1" lang="en-US" altLang="ja-JP" sz="1400" dirty="0">
                <a:solidFill>
                  <a:schemeClr val="tx1"/>
                </a:solidFill>
              </a:rPr>
            </a:br>
            <a:r>
              <a:rPr kumimoji="1" lang="ja-JP" altLang="en-US" sz="1400" dirty="0">
                <a:solidFill>
                  <a:schemeClr val="tx1"/>
                </a:solidFill>
              </a:rPr>
              <a:t>・変更</a:t>
            </a:r>
            <a:r>
              <a:rPr kumimoji="1" lang="en-US" altLang="ja-JP" sz="1400" dirty="0">
                <a:solidFill>
                  <a:schemeClr val="tx1"/>
                </a:solidFill>
              </a:rPr>
              <a:t>/</a:t>
            </a:r>
            <a:r>
              <a:rPr kumimoji="1" lang="ja-JP" altLang="en-US" sz="1400" dirty="0">
                <a:solidFill>
                  <a:schemeClr val="tx1"/>
                </a:solidFill>
              </a:rPr>
              <a:t>処理内容</a:t>
            </a:r>
            <a:endParaRPr kumimoji="1" lang="en-US" altLang="ja-JP" sz="1400" dirty="0">
              <a:solidFill>
                <a:schemeClr val="tx1"/>
              </a:solidFill>
            </a:endParaRPr>
          </a:p>
        </p:txBody>
      </p:sp>
      <p:sp>
        <p:nvSpPr>
          <p:cNvPr id="13" name="吹き出し: 線 12">
            <a:extLst>
              <a:ext uri="{FF2B5EF4-FFF2-40B4-BE49-F238E27FC236}">
                <a16:creationId xmlns:a16="http://schemas.microsoft.com/office/drawing/2014/main" id="{CF49C9CB-4E5C-A2CA-F082-660E4C2D85DE}"/>
              </a:ext>
            </a:extLst>
          </p:cNvPr>
          <p:cNvSpPr/>
          <p:nvPr/>
        </p:nvSpPr>
        <p:spPr>
          <a:xfrm>
            <a:off x="9498679" y="1882245"/>
            <a:ext cx="2346702" cy="1049153"/>
          </a:xfrm>
          <a:prstGeom prst="borderCallout1">
            <a:avLst>
              <a:gd name="adj1" fmla="val 66152"/>
              <a:gd name="adj2" fmla="val -3623"/>
              <a:gd name="adj3" fmla="val 82790"/>
              <a:gd name="adj4" fmla="val -15650"/>
            </a:avLst>
          </a:prstGeom>
          <a:solidFill>
            <a:schemeClr val="bg1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dirty="0">
                <a:solidFill>
                  <a:schemeClr val="tx1"/>
                </a:solidFill>
              </a:rPr>
              <a:t>目的・背景・概要</a:t>
            </a:r>
            <a:endParaRPr lang="en-US" altLang="ja-JP" sz="1400" dirty="0">
              <a:solidFill>
                <a:schemeClr val="tx1"/>
              </a:solidFill>
            </a:endParaRPr>
          </a:p>
          <a:p>
            <a:r>
              <a:rPr lang="ja-JP" altLang="en-US" sz="1400" dirty="0">
                <a:solidFill>
                  <a:schemeClr val="tx1"/>
                </a:solidFill>
              </a:rPr>
              <a:t>（記述なし</a:t>
            </a:r>
            <a:r>
              <a:rPr lang="en-US" altLang="ja-JP" sz="1400" dirty="0">
                <a:solidFill>
                  <a:schemeClr val="tx1"/>
                </a:solidFill>
              </a:rPr>
              <a:t>/</a:t>
            </a:r>
            <a:r>
              <a:rPr lang="ja-JP" altLang="en-US" sz="1400" dirty="0">
                <a:solidFill>
                  <a:schemeClr val="tx1"/>
                </a:solidFill>
              </a:rPr>
              <a:t>欄無しあり）</a:t>
            </a:r>
            <a:endParaRPr lang="en-US" altLang="ja-JP" sz="1400" dirty="0">
              <a:solidFill>
                <a:schemeClr val="tx1"/>
              </a:solidFill>
            </a:endParaRPr>
          </a:p>
          <a:p>
            <a:r>
              <a:rPr lang="ja-JP" altLang="en-US" sz="1400" dirty="0">
                <a:solidFill>
                  <a:schemeClr val="tx1"/>
                </a:solidFill>
              </a:rPr>
              <a:t>≒開発テーマ管理システムの対応内容記述</a:t>
            </a:r>
            <a:endParaRPr lang="en-US" altLang="ja-JP" sz="1400" dirty="0">
              <a:solidFill>
                <a:schemeClr val="tx1"/>
              </a:solidFill>
            </a:endParaRPr>
          </a:p>
        </p:txBody>
      </p:sp>
      <p:sp>
        <p:nvSpPr>
          <p:cNvPr id="15" name="左中かっこ 14">
            <a:extLst>
              <a:ext uri="{FF2B5EF4-FFF2-40B4-BE49-F238E27FC236}">
                <a16:creationId xmlns:a16="http://schemas.microsoft.com/office/drawing/2014/main" id="{857742E7-A0D9-FAAA-59B3-AB9CF282E229}"/>
              </a:ext>
            </a:extLst>
          </p:cNvPr>
          <p:cNvSpPr/>
          <p:nvPr/>
        </p:nvSpPr>
        <p:spPr>
          <a:xfrm>
            <a:off x="1864636" y="2345870"/>
            <a:ext cx="138961" cy="585528"/>
          </a:xfrm>
          <a:prstGeom prst="leftBrace">
            <a:avLst/>
          </a:prstGeom>
          <a:ln w="25400">
            <a:solidFill>
              <a:srgbClr val="C00000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6EF6F76-D955-8B3A-AAEA-7ECDAA10683C}"/>
              </a:ext>
            </a:extLst>
          </p:cNvPr>
          <p:cNvSpPr txBox="1"/>
          <p:nvPr/>
        </p:nvSpPr>
        <p:spPr>
          <a:xfrm>
            <a:off x="602752" y="2500134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開発テーマ情報</a:t>
            </a:r>
          </a:p>
        </p:txBody>
      </p:sp>
      <p:sp>
        <p:nvSpPr>
          <p:cNvPr id="17" name="左中かっこ 16">
            <a:extLst>
              <a:ext uri="{FF2B5EF4-FFF2-40B4-BE49-F238E27FC236}">
                <a16:creationId xmlns:a16="http://schemas.microsoft.com/office/drawing/2014/main" id="{0BD368D0-2051-2CDD-9894-8A3DB8FC260D}"/>
              </a:ext>
            </a:extLst>
          </p:cNvPr>
          <p:cNvSpPr/>
          <p:nvPr/>
        </p:nvSpPr>
        <p:spPr>
          <a:xfrm>
            <a:off x="1850024" y="2993646"/>
            <a:ext cx="138961" cy="952711"/>
          </a:xfrm>
          <a:prstGeom prst="leftBrace">
            <a:avLst/>
          </a:prstGeom>
          <a:ln w="25400">
            <a:solidFill>
              <a:srgbClr val="C00000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D740912-B87E-D574-E151-88C83E26D039}"/>
              </a:ext>
            </a:extLst>
          </p:cNvPr>
          <p:cNvSpPr txBox="1"/>
          <p:nvPr/>
        </p:nvSpPr>
        <p:spPr>
          <a:xfrm>
            <a:off x="616560" y="3335153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関連仕様書情報</a:t>
            </a:r>
          </a:p>
        </p:txBody>
      </p:sp>
    </p:spTree>
    <p:extLst>
      <p:ext uri="{BB962C8B-B14F-4D97-AF65-F5344CB8AC3E}">
        <p14:creationId xmlns:p14="http://schemas.microsoft.com/office/powerpoint/2010/main" val="1859773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B3544E-DCF5-8972-889D-016D0F654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改造シート：フォーマット　パターン①</a:t>
            </a:r>
            <a:endParaRPr kumimoji="1"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46C86B1-97CC-3C5A-8120-FAD987BAF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84" y="2795712"/>
            <a:ext cx="6872850" cy="16130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8182FC58-388D-FC7C-87A9-F31A70942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84" y="1675748"/>
            <a:ext cx="7710097" cy="6500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テキスト プレースホルダー 7">
            <a:extLst>
              <a:ext uri="{FF2B5EF4-FFF2-40B4-BE49-F238E27FC236}">
                <a16:creationId xmlns:a16="http://schemas.microsoft.com/office/drawing/2014/main" id="{14C98383-4C89-55D5-E586-945A81AF0D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36" y="944563"/>
            <a:ext cx="11040533" cy="402974"/>
          </a:xfrm>
        </p:spPr>
        <p:txBody>
          <a:bodyPr/>
          <a:lstStyle/>
          <a:p>
            <a:r>
              <a:rPr lang="ja-JP" altLang="en-US" dirty="0"/>
              <a:t>規定フォーマットに倣ったパターン</a:t>
            </a:r>
            <a:endParaRPr lang="en-US" altLang="ja-JP" dirty="0"/>
          </a:p>
        </p:txBody>
      </p:sp>
      <p:sp>
        <p:nvSpPr>
          <p:cNvPr id="11" name="吹き出し: 線 10">
            <a:extLst>
              <a:ext uri="{FF2B5EF4-FFF2-40B4-BE49-F238E27FC236}">
                <a16:creationId xmlns:a16="http://schemas.microsoft.com/office/drawing/2014/main" id="{49303928-D320-8A85-A45A-8B9E90E466E3}"/>
              </a:ext>
            </a:extLst>
          </p:cNvPr>
          <p:cNvSpPr/>
          <p:nvPr/>
        </p:nvSpPr>
        <p:spPr>
          <a:xfrm>
            <a:off x="7950467" y="3429000"/>
            <a:ext cx="3253339" cy="632861"/>
          </a:xfrm>
          <a:prstGeom prst="borderCallout1">
            <a:avLst>
              <a:gd name="adj1" fmla="val 35057"/>
              <a:gd name="adj2" fmla="val -3072"/>
              <a:gd name="adj3" fmla="val 61313"/>
              <a:gd name="adj4" fmla="val -13195"/>
            </a:avLst>
          </a:prstGeom>
          <a:solidFill>
            <a:schemeClr val="bg1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</a:rPr>
              <a:t>・「処理内容」列なし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r>
              <a:rPr kumimoji="1" lang="ja-JP" altLang="en-US" sz="1400" dirty="0">
                <a:solidFill>
                  <a:schemeClr val="tx1"/>
                </a:solidFill>
              </a:rPr>
              <a:t>・</a:t>
            </a:r>
            <a:r>
              <a:rPr kumimoji="1" lang="en-US" altLang="ja-JP" sz="1400" dirty="0">
                <a:solidFill>
                  <a:schemeClr val="tx1"/>
                </a:solidFill>
              </a:rPr>
              <a:t>1</a:t>
            </a:r>
            <a:r>
              <a:rPr kumimoji="1" lang="ja-JP" altLang="en-US" sz="1400" dirty="0">
                <a:solidFill>
                  <a:schemeClr val="tx1"/>
                </a:solidFill>
              </a:rPr>
              <a:t>仕様書対多バージョン</a:t>
            </a:r>
            <a:endParaRPr kumimoji="1" lang="en-US" altLang="ja-JP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1706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351BA3-F9C0-8181-708F-4FBCDC4F9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改造シート：フォーマット　パターン②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6FA025-69F8-622B-FDD2-2FF4B0456D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36" y="944563"/>
            <a:ext cx="11040533" cy="483310"/>
          </a:xfrm>
        </p:spPr>
        <p:txBody>
          <a:bodyPr/>
          <a:lstStyle/>
          <a:p>
            <a:r>
              <a:rPr kumimoji="1" lang="ja-JP" altLang="en-US" dirty="0"/>
              <a:t>仕様書フルパス列がない、行で管理されている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BE53869-3C01-7C49-4A9D-4D33E3AC7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60" y="3429000"/>
            <a:ext cx="6872850" cy="9059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吹き出し: 線 4">
            <a:extLst>
              <a:ext uri="{FF2B5EF4-FFF2-40B4-BE49-F238E27FC236}">
                <a16:creationId xmlns:a16="http://schemas.microsoft.com/office/drawing/2014/main" id="{3745887C-9792-7FAC-0C9D-000903A067E1}"/>
              </a:ext>
            </a:extLst>
          </p:cNvPr>
          <p:cNvSpPr/>
          <p:nvPr/>
        </p:nvSpPr>
        <p:spPr>
          <a:xfrm>
            <a:off x="7767586" y="3243714"/>
            <a:ext cx="2098308" cy="613968"/>
          </a:xfrm>
          <a:prstGeom prst="borderCallout1">
            <a:avLst>
              <a:gd name="adj1" fmla="val 35057"/>
              <a:gd name="adj2" fmla="val -3072"/>
              <a:gd name="adj3" fmla="val 61313"/>
              <a:gd name="adj4" fmla="val -13195"/>
            </a:avLst>
          </a:prstGeom>
          <a:solidFill>
            <a:schemeClr val="bg1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</a:rPr>
              <a:t>・開発テーマ情報なし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r>
              <a:rPr kumimoji="1" lang="ja-JP" altLang="en-US" sz="1400" dirty="0">
                <a:solidFill>
                  <a:schemeClr val="tx1"/>
                </a:solidFill>
              </a:rPr>
              <a:t>・「処理内容」行なし</a:t>
            </a:r>
            <a:endParaRPr kumimoji="1" lang="en-US" altLang="ja-JP" sz="1400" dirty="0">
              <a:solidFill>
                <a:schemeClr val="tx1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A96444F-BD99-07FC-DBD0-9F167F34B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860" y="1760262"/>
            <a:ext cx="9221223" cy="8142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99589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CF531-261E-7613-7AC9-B8186D49F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改造シート：フォーマット　パターン③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EC7502-5A60-4A15-8B34-07E4AECA9F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36" y="944563"/>
            <a:ext cx="11040533" cy="483310"/>
          </a:xfrm>
        </p:spPr>
        <p:txBody>
          <a:bodyPr/>
          <a:lstStyle/>
          <a:p>
            <a:r>
              <a:rPr kumimoji="1" lang="ja-JP" altLang="en-US" dirty="0"/>
              <a:t>メモ形式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63841D7-7C1B-D80A-62D2-A67447366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19" y="1670307"/>
            <a:ext cx="7395478" cy="30109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54987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73F1EE-AAFD-C9D0-0781-C6A07E038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改造シート：</a:t>
            </a:r>
            <a:r>
              <a:rPr kumimoji="1" lang="ja-JP" altLang="en-US" dirty="0"/>
              <a:t>構成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E32DFE-8BF0-66FF-0C83-7BA56133C8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36" y="944563"/>
            <a:ext cx="11040533" cy="4041323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開発テーマ情報</a:t>
            </a:r>
            <a:endParaRPr kumimoji="1" lang="en-US" altLang="ja-JP" dirty="0"/>
          </a:p>
          <a:p>
            <a:pPr lvl="1"/>
            <a:r>
              <a:rPr lang="ja-JP" altLang="en-US" dirty="0"/>
              <a:t>開発テーマ</a:t>
            </a:r>
            <a:r>
              <a:rPr lang="en-US" altLang="ja-JP" dirty="0"/>
              <a:t>ID</a:t>
            </a:r>
          </a:p>
          <a:p>
            <a:pPr lvl="1"/>
            <a:r>
              <a:rPr kumimoji="1" lang="ja-JP" altLang="en-US" dirty="0"/>
              <a:t>開発テーマ名</a:t>
            </a:r>
            <a:r>
              <a:rPr kumimoji="1" lang="en-US" altLang="ja-JP" dirty="0"/>
              <a:t>/</a:t>
            </a:r>
            <a:r>
              <a:rPr kumimoji="1" lang="ja-JP" altLang="en-US" dirty="0"/>
              <a:t>開発名称</a:t>
            </a:r>
            <a:endParaRPr kumimoji="1" lang="en-US" altLang="ja-JP" dirty="0"/>
          </a:p>
          <a:p>
            <a:pPr lvl="1"/>
            <a:r>
              <a:rPr lang="ja-JP" altLang="en-US" dirty="0"/>
              <a:t>目的</a:t>
            </a:r>
            <a:r>
              <a:rPr lang="en-US" altLang="ja-JP" dirty="0"/>
              <a:t>/</a:t>
            </a:r>
            <a:r>
              <a:rPr lang="ja-JP" altLang="en-US" dirty="0"/>
              <a:t>背景</a:t>
            </a:r>
            <a:r>
              <a:rPr lang="en-US" altLang="ja-JP" dirty="0"/>
              <a:t>/</a:t>
            </a:r>
            <a:r>
              <a:rPr lang="ja-JP" altLang="en-US" dirty="0"/>
              <a:t>概要（無いものもあり）</a:t>
            </a:r>
            <a:endParaRPr lang="en-US" altLang="ja-JP" dirty="0"/>
          </a:p>
          <a:p>
            <a:r>
              <a:rPr kumimoji="1" lang="ja-JP" altLang="en-US" dirty="0"/>
              <a:t>関連機能仕様書情報</a:t>
            </a:r>
            <a:endParaRPr lang="en-US" altLang="ja-JP" dirty="0"/>
          </a:p>
          <a:p>
            <a:pPr lvl="1"/>
            <a:r>
              <a:rPr lang="ja-JP" altLang="en-US" dirty="0"/>
              <a:t>機能仕様書名</a:t>
            </a:r>
            <a:endParaRPr lang="en-US" altLang="ja-JP" dirty="0"/>
          </a:p>
          <a:p>
            <a:pPr lvl="1"/>
            <a:r>
              <a:rPr kumimoji="1" lang="ja-JP" altLang="en-US" dirty="0"/>
              <a:t>仕様フォルダパス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Rev</a:t>
            </a:r>
            <a:r>
              <a:rPr kumimoji="1" lang="ja-JP" altLang="en-US" dirty="0"/>
              <a:t>情報</a:t>
            </a:r>
            <a:endParaRPr kumimoji="1" lang="en-US" altLang="ja-JP" dirty="0"/>
          </a:p>
          <a:p>
            <a:pPr lvl="1"/>
            <a:r>
              <a:rPr lang="ja-JP" altLang="en-US" dirty="0"/>
              <a:t>該当シート</a:t>
            </a:r>
            <a:endParaRPr lang="en-US" altLang="ja-JP" dirty="0"/>
          </a:p>
          <a:p>
            <a:pPr lvl="1"/>
            <a:r>
              <a:rPr kumimoji="1" lang="ja-JP" altLang="en-US" dirty="0"/>
              <a:t>変更内容</a:t>
            </a:r>
            <a:endParaRPr kumimoji="1" lang="en-US" altLang="ja-JP" dirty="0"/>
          </a:p>
          <a:p>
            <a:pPr lvl="1"/>
            <a:r>
              <a:rPr lang="ja-JP" altLang="en-US" dirty="0"/>
              <a:t>処理内容（無いものもあり）</a:t>
            </a:r>
            <a:endParaRPr kumimoji="1" lang="en-US" altLang="ja-JP" dirty="0"/>
          </a:p>
          <a:p>
            <a:pPr lvl="1"/>
            <a:endParaRPr kumimoji="1" lang="ja-JP" altLang="en-US" dirty="0"/>
          </a:p>
        </p:txBody>
      </p:sp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DA2D32E2-2C04-4997-621A-2C73616E15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993081"/>
              </p:ext>
            </p:extLst>
          </p:nvPr>
        </p:nvGraphicFramePr>
        <p:xfrm>
          <a:off x="5956663" y="1345474"/>
          <a:ext cx="5902827" cy="4510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4294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A13699-2484-B539-3E59-5F6AC3849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改造</a:t>
            </a:r>
            <a:r>
              <a:rPr kumimoji="1" lang="ja-JP" altLang="en-US" dirty="0"/>
              <a:t>シート作成フロー</a:t>
            </a:r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CE0B8B3C-6D4D-147B-3749-54F1E944A33C}"/>
              </a:ext>
            </a:extLst>
          </p:cNvPr>
          <p:cNvGrpSpPr/>
          <p:nvPr/>
        </p:nvGrpSpPr>
        <p:grpSpPr>
          <a:xfrm>
            <a:off x="1160714" y="1876317"/>
            <a:ext cx="1107996" cy="1157140"/>
            <a:chOff x="741614" y="2189742"/>
            <a:chExt cx="1107996" cy="1157140"/>
          </a:xfrm>
        </p:grpSpPr>
        <p:pic>
          <p:nvPicPr>
            <p:cNvPr id="11" name="グラフィックス 10" descr="ドキュメント 枠線">
              <a:extLst>
                <a:ext uri="{FF2B5EF4-FFF2-40B4-BE49-F238E27FC236}">
                  <a16:creationId xmlns:a16="http://schemas.microsoft.com/office/drawing/2014/main" id="{B0BF26BB-AB76-ECA8-D1B2-63A3BA4FA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8412" y="2189742"/>
              <a:ext cx="914400" cy="914400"/>
            </a:xfrm>
            <a:prstGeom prst="rect">
              <a:avLst/>
            </a:prstGeom>
          </p:spPr>
        </p:pic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156979A3-9D2B-5A76-FE28-FEEF9B35F139}"/>
                </a:ext>
              </a:extLst>
            </p:cNvPr>
            <p:cNvSpPr txBox="1"/>
            <p:nvPr/>
          </p:nvSpPr>
          <p:spPr>
            <a:xfrm>
              <a:off x="741614" y="3069883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 dirty="0"/>
                <a:t>要件定義資料</a:t>
              </a:r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869FB702-F578-153B-2AFA-8E9BCC9A9E44}"/>
              </a:ext>
            </a:extLst>
          </p:cNvPr>
          <p:cNvGrpSpPr/>
          <p:nvPr/>
        </p:nvGrpSpPr>
        <p:grpSpPr>
          <a:xfrm>
            <a:off x="3746925" y="1612128"/>
            <a:ext cx="1031823" cy="1634570"/>
            <a:chOff x="3534463" y="1896978"/>
            <a:chExt cx="1031823" cy="1634570"/>
          </a:xfrm>
        </p:grpSpPr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E578E122-9B89-00A3-1B6F-21CD67C25599}"/>
                </a:ext>
              </a:extLst>
            </p:cNvPr>
            <p:cNvGrpSpPr/>
            <p:nvPr/>
          </p:nvGrpSpPr>
          <p:grpSpPr>
            <a:xfrm>
              <a:off x="3586336" y="1896978"/>
              <a:ext cx="979950" cy="1135781"/>
              <a:chOff x="3691111" y="3064852"/>
              <a:chExt cx="979950" cy="1135781"/>
            </a:xfrm>
          </p:grpSpPr>
          <p:pic>
            <p:nvPicPr>
              <p:cNvPr id="12" name="グラフィックス 11" descr="ドキュメント 枠線">
                <a:extLst>
                  <a:ext uri="{FF2B5EF4-FFF2-40B4-BE49-F238E27FC236}">
                    <a16:creationId xmlns:a16="http://schemas.microsoft.com/office/drawing/2014/main" id="{DA82947B-19AA-6953-49A9-8C3E0D7E48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756661" y="3064852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4" name="図 13">
                <a:extLst>
                  <a:ext uri="{FF2B5EF4-FFF2-40B4-BE49-F238E27FC236}">
                    <a16:creationId xmlns:a16="http://schemas.microsoft.com/office/drawing/2014/main" id="{0F91123E-BF1A-083D-4B15-4C38BB553C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35266" y="3286233"/>
                <a:ext cx="562053" cy="771633"/>
              </a:xfrm>
              <a:prstGeom prst="rect">
                <a:avLst/>
              </a:prstGeom>
            </p:spPr>
          </p:pic>
          <p:pic>
            <p:nvPicPr>
              <p:cNvPr id="16" name="図 15">
                <a:extLst>
                  <a:ext uri="{FF2B5EF4-FFF2-40B4-BE49-F238E27FC236}">
                    <a16:creationId xmlns:a16="http://schemas.microsoft.com/office/drawing/2014/main" id="{82379D61-F311-62E3-8971-44FA1E7364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91111" y="3429000"/>
                <a:ext cx="562053" cy="771633"/>
              </a:xfrm>
              <a:prstGeom prst="rect">
                <a:avLst/>
              </a:prstGeom>
            </p:spPr>
          </p:pic>
        </p:grp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F70B1FA6-C073-42D7-1DD4-1473A8B47A06}"/>
                </a:ext>
              </a:extLst>
            </p:cNvPr>
            <p:cNvSpPr txBox="1"/>
            <p:nvPr/>
          </p:nvSpPr>
          <p:spPr>
            <a:xfrm>
              <a:off x="3534463" y="3069883"/>
              <a:ext cx="9541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1200" dirty="0">
                  <a:solidFill>
                    <a:schemeClr val="tx1"/>
                  </a:solidFill>
                </a:rPr>
                <a:t>変更対象</a:t>
              </a:r>
              <a:endParaRPr kumimoji="1" lang="en-US" altLang="ja-JP" sz="12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sz="1200" dirty="0">
                  <a:solidFill>
                    <a:schemeClr val="tx1"/>
                  </a:solidFill>
                </a:rPr>
                <a:t>機能仕様書</a:t>
              </a:r>
              <a:endParaRPr kumimoji="1" lang="en-US" altLang="ja-JP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22" name="矢印: 右 21">
            <a:extLst>
              <a:ext uri="{FF2B5EF4-FFF2-40B4-BE49-F238E27FC236}">
                <a16:creationId xmlns:a16="http://schemas.microsoft.com/office/drawing/2014/main" id="{E8CF81FB-4DE1-991B-1B06-23F481CF960E}"/>
              </a:ext>
            </a:extLst>
          </p:cNvPr>
          <p:cNvSpPr/>
          <p:nvPr/>
        </p:nvSpPr>
        <p:spPr>
          <a:xfrm>
            <a:off x="2724653" y="2349560"/>
            <a:ext cx="562053" cy="148393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A45FD31-3EDD-A583-7560-8797CEA2CD1B}"/>
              </a:ext>
            </a:extLst>
          </p:cNvPr>
          <p:cNvSpPr txBox="1"/>
          <p:nvPr/>
        </p:nvSpPr>
        <p:spPr>
          <a:xfrm>
            <a:off x="2483063" y="2072561"/>
            <a:ext cx="1107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影響範囲分析</a:t>
            </a:r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2F5F4053-A93A-8F26-F791-A2629209513A}"/>
              </a:ext>
            </a:extLst>
          </p:cNvPr>
          <p:cNvGrpSpPr/>
          <p:nvPr/>
        </p:nvGrpSpPr>
        <p:grpSpPr>
          <a:xfrm>
            <a:off x="6535742" y="1612128"/>
            <a:ext cx="1031823" cy="1634570"/>
            <a:chOff x="3534463" y="1896978"/>
            <a:chExt cx="1031823" cy="1634570"/>
          </a:xfrm>
        </p:grpSpPr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C3A05CAB-85D6-0C2A-1CD6-48781C11D2A9}"/>
                </a:ext>
              </a:extLst>
            </p:cNvPr>
            <p:cNvGrpSpPr/>
            <p:nvPr/>
          </p:nvGrpSpPr>
          <p:grpSpPr>
            <a:xfrm>
              <a:off x="3586336" y="1896978"/>
              <a:ext cx="979950" cy="1135781"/>
              <a:chOff x="3691111" y="3064852"/>
              <a:chExt cx="979950" cy="1135781"/>
            </a:xfrm>
          </p:grpSpPr>
          <p:pic>
            <p:nvPicPr>
              <p:cNvPr id="29" name="グラフィックス 28" descr="ドキュメント 枠線">
                <a:extLst>
                  <a:ext uri="{FF2B5EF4-FFF2-40B4-BE49-F238E27FC236}">
                    <a16:creationId xmlns:a16="http://schemas.microsoft.com/office/drawing/2014/main" id="{564FA044-CC1F-6C62-184B-ACEF8E3E3E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756661" y="3064852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30" name="図 29">
                <a:extLst>
                  <a:ext uri="{FF2B5EF4-FFF2-40B4-BE49-F238E27FC236}">
                    <a16:creationId xmlns:a16="http://schemas.microsoft.com/office/drawing/2014/main" id="{A89546E2-46E8-865A-AFAC-5BA94AD2B9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35266" y="3286233"/>
                <a:ext cx="562053" cy="771633"/>
              </a:xfrm>
              <a:prstGeom prst="rect">
                <a:avLst/>
              </a:prstGeom>
            </p:spPr>
          </p:pic>
          <p:pic>
            <p:nvPicPr>
              <p:cNvPr id="31" name="図 30">
                <a:extLst>
                  <a:ext uri="{FF2B5EF4-FFF2-40B4-BE49-F238E27FC236}">
                    <a16:creationId xmlns:a16="http://schemas.microsoft.com/office/drawing/2014/main" id="{0476E071-D928-FD74-51B0-97871073A8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91111" y="3429000"/>
                <a:ext cx="562053" cy="771633"/>
              </a:xfrm>
              <a:prstGeom prst="rect">
                <a:avLst/>
              </a:prstGeom>
            </p:spPr>
          </p:pic>
        </p:grp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DDEBB4D6-893B-3D7B-E9CD-94F71B2362D6}"/>
                </a:ext>
              </a:extLst>
            </p:cNvPr>
            <p:cNvSpPr txBox="1"/>
            <p:nvPr/>
          </p:nvSpPr>
          <p:spPr>
            <a:xfrm>
              <a:off x="3534463" y="3069883"/>
              <a:ext cx="95410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1200" dirty="0">
                  <a:solidFill>
                    <a:schemeClr val="tx1"/>
                  </a:solidFill>
                </a:rPr>
                <a:t>更新済み</a:t>
              </a:r>
              <a:endParaRPr kumimoji="1" lang="en-US" altLang="ja-JP" sz="12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sz="1200" dirty="0">
                  <a:solidFill>
                    <a:schemeClr val="tx1"/>
                  </a:solidFill>
                </a:rPr>
                <a:t>機能仕様書</a:t>
              </a:r>
              <a:endParaRPr kumimoji="1" lang="en-US" altLang="ja-JP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32" name="矢印: 右 31">
            <a:extLst>
              <a:ext uri="{FF2B5EF4-FFF2-40B4-BE49-F238E27FC236}">
                <a16:creationId xmlns:a16="http://schemas.microsoft.com/office/drawing/2014/main" id="{9F2EB75E-49BA-CFE5-10DE-462861445BA6}"/>
              </a:ext>
            </a:extLst>
          </p:cNvPr>
          <p:cNvSpPr/>
          <p:nvPr/>
        </p:nvSpPr>
        <p:spPr>
          <a:xfrm>
            <a:off x="5332495" y="2349560"/>
            <a:ext cx="562053" cy="148393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609E707E-8976-6D8D-5C2C-9AF39C0748EE}"/>
              </a:ext>
            </a:extLst>
          </p:cNvPr>
          <p:cNvSpPr txBox="1"/>
          <p:nvPr/>
        </p:nvSpPr>
        <p:spPr>
          <a:xfrm>
            <a:off x="5013963" y="2072561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/>
              <a:t>機能仕様書更新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矢印: 右 33">
            <a:extLst>
              <a:ext uri="{FF2B5EF4-FFF2-40B4-BE49-F238E27FC236}">
                <a16:creationId xmlns:a16="http://schemas.microsoft.com/office/drawing/2014/main" id="{AD9FC920-47E4-8CC8-C4AE-410D5FC4018C}"/>
              </a:ext>
            </a:extLst>
          </p:cNvPr>
          <p:cNvSpPr/>
          <p:nvPr/>
        </p:nvSpPr>
        <p:spPr>
          <a:xfrm>
            <a:off x="8033390" y="2349560"/>
            <a:ext cx="562053" cy="148393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10FC3C1-A913-C3ED-1D07-F8383C8B6CB2}"/>
              </a:ext>
            </a:extLst>
          </p:cNvPr>
          <p:cNvSpPr txBox="1"/>
          <p:nvPr/>
        </p:nvSpPr>
        <p:spPr>
          <a:xfrm>
            <a:off x="7714860" y="2072561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/>
              <a:t>改造</a:t>
            </a:r>
            <a:r>
              <a:rPr kumimoji="1" lang="ja-JP" altLang="en-US" sz="1200" dirty="0">
                <a:solidFill>
                  <a:schemeClr val="tx1"/>
                </a:solidFill>
              </a:rPr>
              <a:t>シート作成</a:t>
            </a: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626C96C7-C56E-0CBF-B322-F0334BF0ADC3}"/>
              </a:ext>
            </a:extLst>
          </p:cNvPr>
          <p:cNvGrpSpPr/>
          <p:nvPr/>
        </p:nvGrpSpPr>
        <p:grpSpPr>
          <a:xfrm>
            <a:off x="9156518" y="1833509"/>
            <a:ext cx="954107" cy="1139188"/>
            <a:chOff x="798705" y="2189742"/>
            <a:chExt cx="954107" cy="1139188"/>
          </a:xfrm>
        </p:grpSpPr>
        <p:pic>
          <p:nvPicPr>
            <p:cNvPr id="37" name="グラフィックス 36" descr="ドキュメント 枠線">
              <a:extLst>
                <a:ext uri="{FF2B5EF4-FFF2-40B4-BE49-F238E27FC236}">
                  <a16:creationId xmlns:a16="http://schemas.microsoft.com/office/drawing/2014/main" id="{F143DBB0-C64C-6C6B-45F4-71C5472F1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8412" y="2189742"/>
              <a:ext cx="914400" cy="914400"/>
            </a:xfrm>
            <a:prstGeom prst="rect">
              <a:avLst/>
            </a:prstGeom>
          </p:spPr>
        </p:pic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0668A58B-E097-E74C-82F7-D3526642C91E}"/>
                </a:ext>
              </a:extLst>
            </p:cNvPr>
            <p:cNvSpPr txBox="1"/>
            <p:nvPr/>
          </p:nvSpPr>
          <p:spPr>
            <a:xfrm>
              <a:off x="798705" y="3051931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200" dirty="0"/>
                <a:t>改造シート</a:t>
              </a:r>
            </a:p>
          </p:txBody>
        </p:sp>
      </p:grp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D463107F-F52E-302D-8B3D-C3AAB20F6403}"/>
              </a:ext>
            </a:extLst>
          </p:cNvPr>
          <p:cNvSpPr/>
          <p:nvPr/>
        </p:nvSpPr>
        <p:spPr>
          <a:xfrm>
            <a:off x="2483064" y="1034816"/>
            <a:ext cx="2475892" cy="2471284"/>
          </a:xfrm>
          <a:prstGeom prst="roundRect">
            <a:avLst>
              <a:gd name="adj" fmla="val 8547"/>
            </a:avLst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12E4947A-DFA5-3198-B834-9F3D92F5BB6B}"/>
              </a:ext>
            </a:extLst>
          </p:cNvPr>
          <p:cNvSpPr/>
          <p:nvPr/>
        </p:nvSpPr>
        <p:spPr>
          <a:xfrm>
            <a:off x="6296925" y="1053866"/>
            <a:ext cx="3961500" cy="2471284"/>
          </a:xfrm>
          <a:prstGeom prst="roundRect">
            <a:avLst>
              <a:gd name="adj" fmla="val 8547"/>
            </a:avLst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BFC194DB-81F4-C1B1-0C71-6E6EEB32ABB6}"/>
              </a:ext>
            </a:extLst>
          </p:cNvPr>
          <p:cNvSpPr txBox="1"/>
          <p:nvPr/>
        </p:nvSpPr>
        <p:spPr>
          <a:xfrm>
            <a:off x="2798851" y="1071940"/>
            <a:ext cx="18774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solidFill>
                  <a:srgbClr val="C00000"/>
                </a:solidFill>
              </a:rPr>
              <a:t>更新対象を探すのが大変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D86E0E75-DC0E-174B-9727-43D94590878E}"/>
              </a:ext>
            </a:extLst>
          </p:cNvPr>
          <p:cNvSpPr txBox="1"/>
          <p:nvPr/>
        </p:nvSpPr>
        <p:spPr>
          <a:xfrm>
            <a:off x="7405640" y="1071940"/>
            <a:ext cx="1723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solidFill>
                  <a:srgbClr val="C00000"/>
                </a:solidFill>
              </a:rPr>
              <a:t>改造シート作成の手間</a:t>
            </a:r>
          </a:p>
        </p:txBody>
      </p:sp>
      <p:pic>
        <p:nvPicPr>
          <p:cNvPr id="44" name="グラフィックス 43" descr="ユーザー 単色塗りつぶし">
            <a:extLst>
              <a:ext uri="{FF2B5EF4-FFF2-40B4-BE49-F238E27FC236}">
                <a16:creationId xmlns:a16="http://schemas.microsoft.com/office/drawing/2014/main" id="{488F9603-5497-3F25-A03A-533D282384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01126" y="4340755"/>
            <a:ext cx="622031" cy="622031"/>
          </a:xfrm>
          <a:prstGeom prst="rect">
            <a:avLst/>
          </a:prstGeom>
        </p:spPr>
      </p:pic>
      <p:sp>
        <p:nvSpPr>
          <p:cNvPr id="45" name="吹き出し: 角を丸めた四角形 44">
            <a:extLst>
              <a:ext uri="{FF2B5EF4-FFF2-40B4-BE49-F238E27FC236}">
                <a16:creationId xmlns:a16="http://schemas.microsoft.com/office/drawing/2014/main" id="{57CD619D-BC10-0F59-2970-602D5EDC434D}"/>
              </a:ext>
            </a:extLst>
          </p:cNvPr>
          <p:cNvSpPr/>
          <p:nvPr/>
        </p:nvSpPr>
        <p:spPr>
          <a:xfrm>
            <a:off x="6706716" y="3657015"/>
            <a:ext cx="3432685" cy="817496"/>
          </a:xfrm>
          <a:prstGeom prst="wedgeRoundRectCallout">
            <a:avLst>
              <a:gd name="adj1" fmla="val 46137"/>
              <a:gd name="adj2" fmla="val 66988"/>
              <a:gd name="adj3" fmla="val 16667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200" dirty="0">
                <a:solidFill>
                  <a:schemeClr val="tx1"/>
                </a:solidFill>
              </a:rPr>
              <a:t>「</a:t>
            </a:r>
            <a:r>
              <a:rPr kumimoji="1" lang="en-US" altLang="ja-JP" sz="1200" dirty="0">
                <a:solidFill>
                  <a:schemeClr val="tx1"/>
                </a:solidFill>
              </a:rPr>
              <a:t>LB</a:t>
            </a:r>
            <a:r>
              <a:rPr kumimoji="1" lang="ja-JP" altLang="en-US" sz="1200" dirty="0">
                <a:solidFill>
                  <a:schemeClr val="tx1"/>
                </a:solidFill>
              </a:rPr>
              <a:t>、補正値ファイル、</a:t>
            </a:r>
            <a:r>
              <a:rPr kumimoji="1" lang="en-US" altLang="ja-JP" sz="1200" dirty="0">
                <a:solidFill>
                  <a:schemeClr val="tx1"/>
                </a:solidFill>
              </a:rPr>
              <a:t>…</a:t>
            </a:r>
            <a:r>
              <a:rPr kumimoji="1" lang="ja-JP" altLang="en-US" sz="1200" dirty="0">
                <a:solidFill>
                  <a:schemeClr val="tx1"/>
                </a:solidFill>
              </a:rPr>
              <a:t>」について記述のある機能仕様書の最新バージョンでの変更についてまとめて下さい。</a:t>
            </a:r>
          </a:p>
        </p:txBody>
      </p:sp>
      <p:pic>
        <p:nvPicPr>
          <p:cNvPr id="47" name="グラフィックス 46" descr="人工知能 枠線">
            <a:extLst>
              <a:ext uri="{FF2B5EF4-FFF2-40B4-BE49-F238E27FC236}">
                <a16:creationId xmlns:a16="http://schemas.microsoft.com/office/drawing/2014/main" id="{BF105C1F-6961-111E-7951-35F96B9DDF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96925" y="5788285"/>
            <a:ext cx="545840" cy="545840"/>
          </a:xfrm>
          <a:prstGeom prst="rect">
            <a:avLst/>
          </a:prstGeom>
        </p:spPr>
      </p:pic>
      <p:sp>
        <p:nvSpPr>
          <p:cNvPr id="48" name="吹き出し: 角を丸めた四角形 47">
            <a:extLst>
              <a:ext uri="{FF2B5EF4-FFF2-40B4-BE49-F238E27FC236}">
                <a16:creationId xmlns:a16="http://schemas.microsoft.com/office/drawing/2014/main" id="{B5EEBC61-EE40-02BD-E2B5-987FBA66FF4E}"/>
              </a:ext>
            </a:extLst>
          </p:cNvPr>
          <p:cNvSpPr/>
          <p:nvPr/>
        </p:nvSpPr>
        <p:spPr>
          <a:xfrm>
            <a:off x="6425690" y="4616248"/>
            <a:ext cx="2423035" cy="1042491"/>
          </a:xfrm>
          <a:prstGeom prst="wedgeRoundRectCallout">
            <a:avLst>
              <a:gd name="adj1" fmla="val -40737"/>
              <a:gd name="adj2" fmla="val 62327"/>
              <a:gd name="adj3" fmla="val 16667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kumimoji="1" lang="en-US" altLang="ja-JP" sz="1200" dirty="0">
                <a:solidFill>
                  <a:schemeClr val="tx1"/>
                </a:solidFill>
              </a:rPr>
              <a:t>XXX aaa.xlsx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solidFill>
                  <a:schemeClr val="tx1"/>
                </a:solidFill>
              </a:rPr>
              <a:t>仕様書ファイルパス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solidFill>
                  <a:schemeClr val="tx1"/>
                </a:solidFill>
              </a:rPr>
              <a:t>バージョン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solidFill>
                  <a:schemeClr val="tx1"/>
                </a:solidFill>
              </a:rPr>
              <a:t>変更シート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solidFill>
                  <a:schemeClr val="tx1"/>
                </a:solidFill>
              </a:rPr>
              <a:t>変更内容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E45F6367-A7AE-794E-B85B-F32204F942AB}"/>
              </a:ext>
            </a:extLst>
          </p:cNvPr>
          <p:cNvSpPr txBox="1"/>
          <p:nvPr/>
        </p:nvSpPr>
        <p:spPr>
          <a:xfrm>
            <a:off x="9988977" y="4889983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担当者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EE91B825-6108-71C0-D69E-056F23BCFF0F}"/>
              </a:ext>
            </a:extLst>
          </p:cNvPr>
          <p:cNvSpPr txBox="1"/>
          <p:nvPr/>
        </p:nvSpPr>
        <p:spPr>
          <a:xfrm>
            <a:off x="5943711" y="6325171"/>
            <a:ext cx="12522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AI</a:t>
            </a:r>
            <a:r>
              <a:rPr kumimoji="1" lang="ja-JP" altLang="en-US" sz="1200" dirty="0">
                <a:solidFill>
                  <a:schemeClr val="tx1"/>
                </a:solidFill>
              </a:rPr>
              <a:t>エージェント</a:t>
            </a:r>
          </a:p>
        </p:txBody>
      </p:sp>
      <p:pic>
        <p:nvPicPr>
          <p:cNvPr id="53" name="グラフィックス 52" descr="ユーザー 単色塗りつぶし">
            <a:extLst>
              <a:ext uri="{FF2B5EF4-FFF2-40B4-BE49-F238E27FC236}">
                <a16:creationId xmlns:a16="http://schemas.microsoft.com/office/drawing/2014/main" id="{D30282F9-84B7-2224-A7A0-32073EA1D1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2645" y="4305232"/>
            <a:ext cx="622031" cy="622031"/>
          </a:xfrm>
          <a:prstGeom prst="rect">
            <a:avLst/>
          </a:prstGeom>
        </p:spPr>
      </p:pic>
      <p:sp>
        <p:nvSpPr>
          <p:cNvPr id="54" name="吹き出し: 角を丸めた四角形 53">
            <a:extLst>
              <a:ext uri="{FF2B5EF4-FFF2-40B4-BE49-F238E27FC236}">
                <a16:creationId xmlns:a16="http://schemas.microsoft.com/office/drawing/2014/main" id="{99FDAAB6-D5CA-A3E0-F047-C70AA8C7B8DD}"/>
              </a:ext>
            </a:extLst>
          </p:cNvPr>
          <p:cNvSpPr/>
          <p:nvPr/>
        </p:nvSpPr>
        <p:spPr>
          <a:xfrm>
            <a:off x="2390190" y="3691028"/>
            <a:ext cx="2694758" cy="492975"/>
          </a:xfrm>
          <a:prstGeom prst="wedgeRoundRectCallout">
            <a:avLst>
              <a:gd name="adj1" fmla="val 36947"/>
              <a:gd name="adj2" fmla="val 63913"/>
              <a:gd name="adj3" fmla="val 16667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200" dirty="0">
                <a:solidFill>
                  <a:schemeClr val="tx1"/>
                </a:solidFill>
              </a:rPr>
              <a:t>要件に関連のありそうな機能仕様書を挙げてください。</a:t>
            </a:r>
          </a:p>
        </p:txBody>
      </p:sp>
      <p:pic>
        <p:nvPicPr>
          <p:cNvPr id="55" name="グラフィックス 54" descr="人工知能 枠線">
            <a:extLst>
              <a:ext uri="{FF2B5EF4-FFF2-40B4-BE49-F238E27FC236}">
                <a16:creationId xmlns:a16="http://schemas.microsoft.com/office/drawing/2014/main" id="{09D086A6-2A7A-B9A4-DF3B-9F8A7F1B3C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90190" y="5788285"/>
            <a:ext cx="545840" cy="545840"/>
          </a:xfrm>
          <a:prstGeom prst="rect">
            <a:avLst/>
          </a:prstGeom>
        </p:spPr>
      </p:pic>
      <p:sp>
        <p:nvSpPr>
          <p:cNvPr id="56" name="吹き出し: 角を丸めた四角形 55">
            <a:extLst>
              <a:ext uri="{FF2B5EF4-FFF2-40B4-BE49-F238E27FC236}">
                <a16:creationId xmlns:a16="http://schemas.microsoft.com/office/drawing/2014/main" id="{4A992430-0DB3-DCD7-21CC-50DB97AA8ECD}"/>
              </a:ext>
            </a:extLst>
          </p:cNvPr>
          <p:cNvSpPr/>
          <p:nvPr/>
        </p:nvSpPr>
        <p:spPr>
          <a:xfrm>
            <a:off x="2390190" y="4994119"/>
            <a:ext cx="1807546" cy="720367"/>
          </a:xfrm>
          <a:prstGeom prst="wedgeRoundRectCallout">
            <a:avLst>
              <a:gd name="adj1" fmla="val -40737"/>
              <a:gd name="adj2" fmla="val 62327"/>
              <a:gd name="adj3" fmla="val 16667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kumimoji="1" lang="en-US" altLang="ja-JP" sz="1200" dirty="0">
                <a:solidFill>
                  <a:schemeClr val="tx1"/>
                </a:solidFill>
              </a:rPr>
              <a:t>aaa.xlsx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kumimoji="1" lang="en-US" altLang="ja-JP" sz="1200" dirty="0">
                <a:solidFill>
                  <a:schemeClr val="tx1"/>
                </a:solidFill>
              </a:rPr>
              <a:t>bbb.xlsx</a:t>
            </a:r>
            <a:r>
              <a:rPr kumimoji="1" lang="ja-JP" altLang="en-US" sz="1200" dirty="0">
                <a:solidFill>
                  <a:schemeClr val="tx1"/>
                </a:solidFill>
              </a:rPr>
              <a:t> </a:t>
            </a:r>
            <a:r>
              <a:rPr kumimoji="1" lang="en-US" altLang="ja-JP" sz="1200" dirty="0">
                <a:solidFill>
                  <a:schemeClr val="tx1"/>
                </a:solidFill>
              </a:rPr>
              <a:t>…</a:t>
            </a:r>
          </a:p>
          <a:p>
            <a:r>
              <a:rPr kumimoji="1" lang="ja-JP" altLang="en-US" sz="1200" dirty="0">
                <a:solidFill>
                  <a:schemeClr val="tx1"/>
                </a:solidFill>
              </a:rPr>
              <a:t>が関連ありそうです。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BB579133-16A9-C301-4AC6-EAF3AD4DED4E}"/>
              </a:ext>
            </a:extLst>
          </p:cNvPr>
          <p:cNvSpPr txBox="1"/>
          <p:nvPr/>
        </p:nvSpPr>
        <p:spPr>
          <a:xfrm>
            <a:off x="4680496" y="485446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担当者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ADF0FC95-B2CC-3B68-5584-4BB1B1BF351A}"/>
              </a:ext>
            </a:extLst>
          </p:cNvPr>
          <p:cNvSpPr txBox="1"/>
          <p:nvPr/>
        </p:nvSpPr>
        <p:spPr>
          <a:xfrm>
            <a:off x="2098519" y="6325170"/>
            <a:ext cx="12522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AI</a:t>
            </a:r>
            <a:r>
              <a:rPr kumimoji="1" lang="ja-JP" altLang="en-US" sz="1200" dirty="0">
                <a:solidFill>
                  <a:schemeClr val="tx1"/>
                </a:solidFill>
              </a:rPr>
              <a:t>エージェント</a:t>
            </a:r>
          </a:p>
        </p:txBody>
      </p:sp>
    </p:spTree>
    <p:extLst>
      <p:ext uri="{BB962C8B-B14F-4D97-AF65-F5344CB8AC3E}">
        <p14:creationId xmlns:p14="http://schemas.microsoft.com/office/powerpoint/2010/main" val="90654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A13699-2484-B539-3E59-5F6AC3849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機能仕様書について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1395F8-CC0E-3A4C-264C-CEC9CE560D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5736" y="944563"/>
            <a:ext cx="11040533" cy="483310"/>
          </a:xfrm>
        </p:spPr>
        <p:txBody>
          <a:bodyPr>
            <a:normAutofit/>
          </a:bodyPr>
          <a:lstStyle/>
          <a:p>
            <a:r>
              <a:rPr lang="en-US" altLang="ja-JP" sz="1600" dirty="0"/>
              <a:t>“</a:t>
            </a:r>
            <a:r>
              <a:rPr lang="ja-JP" altLang="en-US" sz="1600" dirty="0"/>
              <a:t>更新履歴</a:t>
            </a:r>
            <a:r>
              <a:rPr lang="en-US" altLang="ja-JP" sz="1600" dirty="0"/>
              <a:t>”</a:t>
            </a:r>
            <a:r>
              <a:rPr lang="ja-JP" altLang="en-US" sz="1600" dirty="0"/>
              <a:t>シートの内容が改造シートに記載されている</a:t>
            </a:r>
            <a:endParaRPr lang="en-US" altLang="ja-JP" sz="1600" dirty="0"/>
          </a:p>
          <a:p>
            <a:endParaRPr lang="en-US" altLang="ja-JP" sz="2000" dirty="0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56BDE89A-0F2D-977A-E393-F584F8C213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628271"/>
              </p:ext>
            </p:extLst>
          </p:nvPr>
        </p:nvGraphicFramePr>
        <p:xfrm>
          <a:off x="1090086" y="4275360"/>
          <a:ext cx="9124950" cy="20142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7137">
                  <a:extLst>
                    <a:ext uri="{9D8B030D-6E8A-4147-A177-3AD203B41FA5}">
                      <a16:colId xmlns:a16="http://schemas.microsoft.com/office/drawing/2014/main" val="1036824331"/>
                    </a:ext>
                  </a:extLst>
                </a:gridCol>
                <a:gridCol w="1397835">
                  <a:extLst>
                    <a:ext uri="{9D8B030D-6E8A-4147-A177-3AD203B41FA5}">
                      <a16:colId xmlns:a16="http://schemas.microsoft.com/office/drawing/2014/main" val="1075214985"/>
                    </a:ext>
                  </a:extLst>
                </a:gridCol>
                <a:gridCol w="466428">
                  <a:extLst>
                    <a:ext uri="{9D8B030D-6E8A-4147-A177-3AD203B41FA5}">
                      <a16:colId xmlns:a16="http://schemas.microsoft.com/office/drawing/2014/main" val="3715825184"/>
                    </a:ext>
                  </a:extLst>
                </a:gridCol>
                <a:gridCol w="2719499">
                  <a:extLst>
                    <a:ext uri="{9D8B030D-6E8A-4147-A177-3AD203B41FA5}">
                      <a16:colId xmlns:a16="http://schemas.microsoft.com/office/drawing/2014/main" val="1017653349"/>
                    </a:ext>
                  </a:extLst>
                </a:gridCol>
                <a:gridCol w="2824051">
                  <a:extLst>
                    <a:ext uri="{9D8B030D-6E8A-4147-A177-3AD203B41FA5}">
                      <a16:colId xmlns:a16="http://schemas.microsoft.com/office/drawing/2014/main" val="2641342854"/>
                    </a:ext>
                  </a:extLst>
                </a:gridCol>
              </a:tblGrid>
              <a:tr h="252804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u="none" strike="noStrike" dirty="0">
                          <a:effectLst/>
                        </a:rPr>
                        <a:t>機能仕様書名</a:t>
                      </a:r>
                      <a:endParaRPr lang="zh-TW" alt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</a:rPr>
                        <a:t>仕様フォルダ</a:t>
                      </a:r>
                      <a:endParaRPr lang="ja-JP" alt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</a:rPr>
                        <a:t>該当版数</a:t>
                      </a:r>
                      <a:endParaRPr lang="ja-JP" alt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</a:rPr>
                        <a:t>該当</a:t>
                      </a:r>
                      <a:r>
                        <a:rPr lang="en-US" sz="1000" u="none" strike="noStrike" dirty="0">
                          <a:effectLst/>
                        </a:rPr>
                        <a:t>Sheet</a:t>
                      </a:r>
                      <a:endParaRPr 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</a:rPr>
                        <a:t>変更内容</a:t>
                      </a:r>
                      <a:endParaRPr lang="ja-JP" alt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724634"/>
                  </a:ext>
                </a:extLst>
              </a:tr>
              <a:tr h="258443">
                <a:tc rowSpan="6">
                  <a:txBody>
                    <a:bodyPr/>
                    <a:lstStyle/>
                    <a:p>
                      <a:pPr algn="l" fontAlgn="ctr"/>
                      <a:r>
                        <a:rPr kumimoji="1" lang="en-US" altLang="ja-JP" sz="1000" dirty="0">
                          <a:solidFill>
                            <a:schemeClr val="tx1"/>
                          </a:solidFill>
                        </a:rPr>
                        <a:t>aaa.xlsx</a:t>
                      </a:r>
                      <a:endParaRPr lang="en-US" altLang="ja-JP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l" fontAlgn="ctr"/>
                      <a:r>
                        <a:rPr lang="en-US" altLang="ja-JP" sz="1000" b="0" i="0" u="sng" strike="noStrike" dirty="0">
                          <a:solidFill>
                            <a:srgbClr val="0000FF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</a:rPr>
                        <a:t>Full path</a:t>
                      </a:r>
                      <a:endParaRPr lang="ja-JP" altLang="en-US" sz="1000" b="0" i="0" u="sng" strike="noStrike" dirty="0">
                        <a:solidFill>
                          <a:srgbClr val="0000FF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>
                          <a:effectLst/>
                        </a:rPr>
                        <a:t>1004</a:t>
                      </a:r>
                      <a:endParaRPr lang="en-US" altLang="ja-JP" sz="1000" b="0" i="0" u="none" strike="noStrike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u="none" strike="noStrike" dirty="0">
                          <a:effectLst/>
                        </a:rPr>
                        <a:t>&lt;&lt;</a:t>
                      </a:r>
                      <a:r>
                        <a:rPr lang="zh-TW" altLang="en-US" sz="1000" u="none" strike="noStrike" dirty="0">
                          <a:effectLst/>
                        </a:rPr>
                        <a:t>仕様</a:t>
                      </a:r>
                      <a:r>
                        <a:rPr lang="en-US" altLang="zh-TW" sz="1000" u="none" strike="noStrike" dirty="0">
                          <a:effectLst/>
                        </a:rPr>
                        <a:t>&gt;&gt;</a:t>
                      </a:r>
                      <a:r>
                        <a:rPr lang="zh-TW" altLang="en-US" sz="1000" u="none" strike="noStrike" dirty="0">
                          <a:effectLst/>
                        </a:rPr>
                        <a:t>機能詳細</a:t>
                      </a:r>
                      <a:endParaRPr lang="zh-TW" alt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 dirty="0">
                          <a:effectLst/>
                        </a:rPr>
                        <a:t>リブート準備シーケンスを削除</a:t>
                      </a:r>
                      <a:br>
                        <a:rPr lang="ja-JP" altLang="en-US" sz="1000" u="none" strike="noStrike" dirty="0">
                          <a:effectLst/>
                        </a:rPr>
                      </a:br>
                      <a:r>
                        <a:rPr lang="ja-JP" altLang="en-US" sz="1000" u="none" strike="noStrike" dirty="0">
                          <a:effectLst/>
                        </a:rPr>
                        <a:t>リブート後処理シーケンスを削除</a:t>
                      </a:r>
                      <a:endParaRPr lang="ja-JP" alt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665051"/>
                  </a:ext>
                </a:extLst>
              </a:tr>
              <a:tr h="38061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 dirty="0">
                          <a:effectLst/>
                        </a:rPr>
                        <a:t>&lt;&lt;</a:t>
                      </a:r>
                      <a:r>
                        <a:rPr lang="ja-JP" altLang="en-US" sz="1000" u="none" strike="noStrike" dirty="0">
                          <a:effectLst/>
                        </a:rPr>
                        <a:t>仕様</a:t>
                      </a:r>
                      <a:r>
                        <a:rPr lang="en-US" altLang="ja-JP" sz="1000" u="none" strike="noStrike" dirty="0">
                          <a:effectLst/>
                        </a:rPr>
                        <a:t>&gt;&gt;</a:t>
                      </a:r>
                      <a:r>
                        <a:rPr lang="ja-JP" altLang="en-US" sz="1000" u="none" strike="noStrike" dirty="0">
                          <a:effectLst/>
                        </a:rPr>
                        <a:t>リブート</a:t>
                      </a:r>
                      <a:r>
                        <a:rPr lang="en-US" altLang="ja-JP" sz="1000" u="none" strike="noStrike" dirty="0">
                          <a:effectLst/>
                        </a:rPr>
                        <a:t>Seq</a:t>
                      </a:r>
                      <a:endParaRPr lang="en-US" altLang="ja-JP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 dirty="0">
                          <a:effectLst/>
                        </a:rPr>
                        <a:t>リブート種別確認の追加</a:t>
                      </a:r>
                      <a:br>
                        <a:rPr lang="ja-JP" altLang="en-US" sz="1000" u="none" strike="noStrike" dirty="0">
                          <a:effectLst/>
                        </a:rPr>
                      </a:br>
                      <a:r>
                        <a:rPr lang="ja-JP" altLang="en-US" sz="1000" u="none" strike="noStrike" dirty="0">
                          <a:effectLst/>
                        </a:rPr>
                        <a:t>リセット前処理：リセット前処理コマンドのパラメータ指定を変更</a:t>
                      </a:r>
                      <a:br>
                        <a:rPr lang="ja-JP" altLang="en-US" sz="1000" u="none" strike="noStrike" dirty="0">
                          <a:effectLst/>
                        </a:rPr>
                      </a:br>
                      <a:r>
                        <a:rPr lang="ja-JP" altLang="en-US" sz="1000" u="none" strike="noStrike" dirty="0">
                          <a:effectLst/>
                        </a:rPr>
                        <a:t>リブート処理：リブートコマンドのパラメータ指定を変更</a:t>
                      </a:r>
                      <a:endParaRPr lang="ja-JP" alt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652523"/>
                  </a:ext>
                </a:extLst>
              </a:tr>
              <a:tr h="14096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 dirty="0">
                          <a:effectLst/>
                        </a:rPr>
                        <a:t>&lt;&lt;</a:t>
                      </a:r>
                      <a:r>
                        <a:rPr lang="ja-JP" altLang="en-US" sz="1000" u="none" strike="noStrike" dirty="0">
                          <a:effectLst/>
                        </a:rPr>
                        <a:t>定義</a:t>
                      </a:r>
                      <a:r>
                        <a:rPr lang="en-US" altLang="ja-JP" sz="1000" u="none" strike="noStrike" dirty="0">
                          <a:effectLst/>
                        </a:rPr>
                        <a:t>&gt;&gt;</a:t>
                      </a:r>
                      <a:r>
                        <a:rPr lang="en-US" sz="1000" u="none" strike="noStrike" dirty="0">
                          <a:effectLst/>
                        </a:rPr>
                        <a:t>Message</a:t>
                      </a:r>
                      <a:endParaRPr 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 dirty="0">
                          <a:effectLst/>
                        </a:rPr>
                        <a:t>誤字修正</a:t>
                      </a:r>
                      <a:endParaRPr lang="ja-JP" alt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004144"/>
                  </a:ext>
                </a:extLst>
              </a:tr>
              <a:tr h="14096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 dirty="0">
                          <a:effectLst/>
                        </a:rPr>
                        <a:t>&lt;&lt;</a:t>
                      </a:r>
                      <a:r>
                        <a:rPr lang="ja-JP" altLang="en-US" sz="1000" u="none" strike="noStrike" dirty="0">
                          <a:effectLst/>
                        </a:rPr>
                        <a:t>定義</a:t>
                      </a:r>
                      <a:r>
                        <a:rPr lang="en-US" altLang="ja-JP" sz="1000" u="none" strike="noStrike" dirty="0">
                          <a:effectLst/>
                        </a:rPr>
                        <a:t>&gt;&gt;</a:t>
                      </a:r>
                      <a:r>
                        <a:rPr lang="en-US" sz="1000" u="none" strike="noStrike" dirty="0">
                          <a:effectLst/>
                        </a:rPr>
                        <a:t>Command</a:t>
                      </a:r>
                      <a:endParaRPr 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 dirty="0">
                          <a:effectLst/>
                        </a:rPr>
                        <a:t>使用するコマンドの追加</a:t>
                      </a:r>
                      <a:endParaRPr lang="ja-JP" alt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05940"/>
                  </a:ext>
                </a:extLst>
              </a:tr>
              <a:tr h="14096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>
                          <a:effectLst/>
                        </a:rPr>
                        <a:t>1005</a:t>
                      </a:r>
                      <a:endParaRPr lang="en-US" altLang="ja-JP" sz="1000" b="0" i="0" u="none" strike="noStrike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 dirty="0">
                          <a:effectLst/>
                        </a:rPr>
                        <a:t>&lt;&lt;</a:t>
                      </a:r>
                      <a:r>
                        <a:rPr lang="ja-JP" altLang="en-US" sz="1000" u="none" strike="noStrike" dirty="0">
                          <a:effectLst/>
                        </a:rPr>
                        <a:t>仕様</a:t>
                      </a:r>
                      <a:r>
                        <a:rPr lang="en-US" altLang="ja-JP" sz="1000" u="none" strike="noStrike" dirty="0">
                          <a:effectLst/>
                        </a:rPr>
                        <a:t>&gt;&gt;</a:t>
                      </a:r>
                      <a:r>
                        <a:rPr lang="ja-JP" altLang="en-US" sz="1000" u="none" strike="noStrike" dirty="0">
                          <a:effectLst/>
                        </a:rPr>
                        <a:t>リブート</a:t>
                      </a:r>
                      <a:r>
                        <a:rPr lang="en-US" altLang="ja-JP" sz="1000" u="none" strike="noStrike" dirty="0">
                          <a:effectLst/>
                        </a:rPr>
                        <a:t>Seq</a:t>
                      </a:r>
                      <a:endParaRPr lang="en-US" altLang="ja-JP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 dirty="0">
                          <a:effectLst/>
                        </a:rPr>
                        <a:t>アラームリセットの処理を追加</a:t>
                      </a:r>
                      <a:endParaRPr lang="ja-JP" alt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102743"/>
                  </a:ext>
                </a:extLst>
              </a:tr>
              <a:tr h="14096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 dirty="0">
                          <a:effectLst/>
                        </a:rPr>
                        <a:t>&lt;&lt;</a:t>
                      </a:r>
                      <a:r>
                        <a:rPr lang="ja-JP" altLang="en-US" sz="1000" u="none" strike="noStrike" dirty="0">
                          <a:effectLst/>
                        </a:rPr>
                        <a:t>定義</a:t>
                      </a:r>
                      <a:r>
                        <a:rPr lang="en-US" altLang="ja-JP" sz="1000" u="none" strike="noStrike" dirty="0">
                          <a:effectLst/>
                        </a:rPr>
                        <a:t>&gt;&gt;</a:t>
                      </a:r>
                      <a:r>
                        <a:rPr lang="en-US" sz="1000" u="none" strike="noStrike" dirty="0">
                          <a:effectLst/>
                        </a:rPr>
                        <a:t>Command</a:t>
                      </a:r>
                      <a:endParaRPr 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 dirty="0">
                          <a:effectLst/>
                        </a:rPr>
                        <a:t>使用するコマンドの追加</a:t>
                      </a:r>
                      <a:endParaRPr lang="ja-JP" altLang="en-US" sz="1000" b="0" i="0" u="none" strike="noStrike" dirty="0"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4728" marR="4728" marT="472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073714"/>
                  </a:ext>
                </a:extLst>
              </a:tr>
            </a:tbl>
          </a:graphicData>
        </a:graphic>
      </p:graphicFrame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2285FC57-F41B-A307-54C1-8718FA523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821943"/>
              </p:ext>
            </p:extLst>
          </p:nvPr>
        </p:nvGraphicFramePr>
        <p:xfrm>
          <a:off x="1090086" y="1673739"/>
          <a:ext cx="9124950" cy="1832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6517">
                  <a:extLst>
                    <a:ext uri="{9D8B030D-6E8A-4147-A177-3AD203B41FA5}">
                      <a16:colId xmlns:a16="http://schemas.microsoft.com/office/drawing/2014/main" val="4083839216"/>
                    </a:ext>
                  </a:extLst>
                </a:gridCol>
                <a:gridCol w="1016497">
                  <a:extLst>
                    <a:ext uri="{9D8B030D-6E8A-4147-A177-3AD203B41FA5}">
                      <a16:colId xmlns:a16="http://schemas.microsoft.com/office/drawing/2014/main" val="2575359680"/>
                    </a:ext>
                  </a:extLst>
                </a:gridCol>
                <a:gridCol w="679318">
                  <a:extLst>
                    <a:ext uri="{9D8B030D-6E8A-4147-A177-3AD203B41FA5}">
                      <a16:colId xmlns:a16="http://schemas.microsoft.com/office/drawing/2014/main" val="483634889"/>
                    </a:ext>
                  </a:extLst>
                </a:gridCol>
                <a:gridCol w="660501">
                  <a:extLst>
                    <a:ext uri="{9D8B030D-6E8A-4147-A177-3AD203B41FA5}">
                      <a16:colId xmlns:a16="http://schemas.microsoft.com/office/drawing/2014/main" val="380606443"/>
                    </a:ext>
                  </a:extLst>
                </a:gridCol>
                <a:gridCol w="1830331">
                  <a:extLst>
                    <a:ext uri="{9D8B030D-6E8A-4147-A177-3AD203B41FA5}">
                      <a16:colId xmlns:a16="http://schemas.microsoft.com/office/drawing/2014/main" val="2382853123"/>
                    </a:ext>
                  </a:extLst>
                </a:gridCol>
                <a:gridCol w="1407862">
                  <a:extLst>
                    <a:ext uri="{9D8B030D-6E8A-4147-A177-3AD203B41FA5}">
                      <a16:colId xmlns:a16="http://schemas.microsoft.com/office/drawing/2014/main" val="2233817292"/>
                    </a:ext>
                  </a:extLst>
                </a:gridCol>
                <a:gridCol w="3183924">
                  <a:extLst>
                    <a:ext uri="{9D8B030D-6E8A-4147-A177-3AD203B41FA5}">
                      <a16:colId xmlns:a16="http://schemas.microsoft.com/office/drawing/2014/main" val="2003177181"/>
                    </a:ext>
                  </a:extLst>
                </a:gridCol>
              </a:tblGrid>
              <a:tr h="273786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dirty="0">
                          <a:effectLst/>
                          <a:latin typeface="+mn-lt"/>
                        </a:rPr>
                        <a:t>Rev</a:t>
                      </a:r>
                      <a:endParaRPr lang="en-US" sz="900" b="1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dirty="0" err="1">
                          <a:effectLst/>
                          <a:latin typeface="+mn-lt"/>
                        </a:rPr>
                        <a:t>iMCSX</a:t>
                      </a: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バージョン</a:t>
                      </a:r>
                      <a:endParaRPr lang="ja-JP" altLang="en-US" sz="900" b="1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発行日</a:t>
                      </a:r>
                      <a:endParaRPr lang="ja-JP" altLang="en-US" sz="900" b="1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発行者</a:t>
                      </a:r>
                      <a:endParaRPr lang="ja-JP" altLang="en-US" sz="900" b="1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開発</a:t>
                      </a:r>
                      <a:r>
                        <a:rPr lang="en-US" sz="900" u="none" strike="noStrike" dirty="0">
                          <a:effectLst/>
                          <a:latin typeface="+mn-lt"/>
                        </a:rPr>
                        <a:t>ID</a:t>
                      </a: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名</a:t>
                      </a:r>
                      <a:endParaRPr lang="ja-JP" altLang="en-US" sz="900" b="1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変更シート</a:t>
                      </a:r>
                      <a:endParaRPr lang="ja-JP" altLang="en-US" sz="900" b="1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主な変更内容</a:t>
                      </a:r>
                      <a:endParaRPr lang="ja-JP" altLang="en-US" sz="900" b="1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433559"/>
                  </a:ext>
                </a:extLst>
              </a:tr>
              <a:tr h="3017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1004</a:t>
                      </a:r>
                      <a:endParaRPr lang="en-US" altLang="ja-JP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1.85.00</a:t>
                      </a:r>
                      <a:endParaRPr lang="en-US" altLang="ja-JP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2020/3/11</a:t>
                      </a:r>
                      <a:endParaRPr lang="en-US" altLang="ja-JP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XXX</a:t>
                      </a:r>
                    </a:p>
                  </a:txBody>
                  <a:tcPr marL="5587" marR="5587" marT="5587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u="none" strike="noStrike" dirty="0">
                          <a:effectLst/>
                          <a:latin typeface="+mn-lt"/>
                        </a:rPr>
                        <a:t>iMCSX-0201598</a:t>
                      </a: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r>
                        <a:rPr lang="en-US" altLang="ja-JP" sz="900" u="none" strike="noStrike" dirty="0" err="1">
                          <a:effectLst/>
                          <a:latin typeface="+mn-lt"/>
                        </a:rPr>
                        <a:t>iHC</a:t>
                      </a:r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 Reset </a:t>
                      </a: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対応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u="none" strike="noStrike" dirty="0">
                          <a:effectLst/>
                          <a:latin typeface="+mn-lt"/>
                        </a:rPr>
                        <a:t>&lt;&lt;</a:t>
                      </a:r>
                      <a:r>
                        <a:rPr lang="zh-TW" altLang="en-US" sz="900" u="none" strike="noStrike" dirty="0">
                          <a:effectLst/>
                          <a:latin typeface="+mn-lt"/>
                        </a:rPr>
                        <a:t>仕様</a:t>
                      </a:r>
                      <a:r>
                        <a:rPr lang="en-US" altLang="zh-TW" sz="900" u="none" strike="noStrike" dirty="0">
                          <a:effectLst/>
                          <a:latin typeface="+mn-lt"/>
                        </a:rPr>
                        <a:t>&gt;&gt;</a:t>
                      </a:r>
                      <a:r>
                        <a:rPr lang="zh-TW" altLang="en-US" sz="900" u="none" strike="noStrike" dirty="0">
                          <a:effectLst/>
                          <a:latin typeface="+mn-lt"/>
                        </a:rPr>
                        <a:t>機能詳細</a:t>
                      </a:r>
                      <a:endParaRPr lang="zh-TW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●リブート準備シーケンスを削除</a:t>
                      </a:r>
                      <a:br>
                        <a:rPr lang="ja-JP" altLang="en-US" sz="900" u="none" strike="noStrike" dirty="0">
                          <a:effectLst/>
                          <a:latin typeface="+mn-lt"/>
                        </a:rPr>
                      </a:b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●リブート後処理シーケンスを削除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097589"/>
                  </a:ext>
                </a:extLst>
              </a:tr>
              <a:tr h="452584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&lt;&lt;</a:t>
                      </a: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仕様</a:t>
                      </a:r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&gt;&gt;</a:t>
                      </a: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リブート</a:t>
                      </a:r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Seq</a:t>
                      </a:r>
                      <a:endParaRPr lang="en-US" altLang="ja-JP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リブート種別確認の追加</a:t>
                      </a:r>
                      <a:br>
                        <a:rPr lang="ja-JP" altLang="en-US" sz="900" u="none" strike="noStrike" dirty="0">
                          <a:effectLst/>
                          <a:latin typeface="+mn-lt"/>
                        </a:rPr>
                      </a:b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リセット前処理コマンドのパラメータ指定を</a:t>
                      </a:r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1</a:t>
                      </a: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に固定</a:t>
                      </a:r>
                      <a:br>
                        <a:rPr lang="ja-JP" altLang="en-US" sz="900" u="none" strike="noStrike" dirty="0">
                          <a:effectLst/>
                          <a:latin typeface="+mn-lt"/>
                        </a:rPr>
                      </a:b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リブートコマンドの</a:t>
                      </a:r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RSTDTIL</a:t>
                      </a: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を削除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085454"/>
                  </a:ext>
                </a:extLst>
              </a:tr>
              <a:tr h="301723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&lt;&lt;</a:t>
                      </a: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定義</a:t>
                      </a:r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&gt;&gt;</a:t>
                      </a:r>
                      <a:r>
                        <a:rPr lang="en-US" sz="900" u="none" strike="noStrike" dirty="0">
                          <a:effectLst/>
                          <a:latin typeface="+mn-lt"/>
                        </a:rPr>
                        <a:t>Message</a:t>
                      </a:r>
                      <a:endParaRPr 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リブート後処理開始</a:t>
                      </a:r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/</a:t>
                      </a: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終了イベント</a:t>
                      </a:r>
                      <a:br>
                        <a:rPr lang="ja-JP" altLang="en-US" sz="900" u="none" strike="noStrike" dirty="0">
                          <a:effectLst/>
                          <a:latin typeface="+mn-lt"/>
                        </a:rPr>
                      </a:br>
                      <a:r>
                        <a:rPr lang="en-US" altLang="ja-JP" sz="900" u="none" strike="noStrike" dirty="0" err="1">
                          <a:effectLst/>
                          <a:latin typeface="+mn-lt"/>
                        </a:rPr>
                        <a:t>Pre→Post</a:t>
                      </a:r>
                      <a:endParaRPr lang="en-US" altLang="ja-JP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527657"/>
                  </a:ext>
                </a:extLst>
              </a:tr>
              <a:tr h="167624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　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&lt;&lt;</a:t>
                      </a:r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定義</a:t>
                      </a:r>
                      <a:r>
                        <a:rPr lang="en-US" altLang="ja-JP" sz="900" u="none" strike="noStrike" dirty="0">
                          <a:effectLst/>
                          <a:latin typeface="+mn-lt"/>
                        </a:rPr>
                        <a:t>&gt;&gt;</a:t>
                      </a:r>
                      <a:r>
                        <a:rPr lang="en-US" sz="900" u="none" strike="noStrike" dirty="0">
                          <a:effectLst/>
                          <a:latin typeface="+mn-lt"/>
                        </a:rPr>
                        <a:t>Command</a:t>
                      </a:r>
                      <a:endParaRPr 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900" u="none" strike="noStrike" dirty="0">
                          <a:effectLst/>
                          <a:latin typeface="+mn-lt"/>
                        </a:rPr>
                        <a:t>使用するコマンドの追加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5587" marR="5587" marT="5587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769478"/>
                  </a:ext>
                </a:extLst>
              </a:tr>
              <a:tr h="1676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1005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>
                          <a:effectLst/>
                          <a:latin typeface="+mn-lt"/>
                          <a:ea typeface="Meiryo UI" panose="020B0604030504040204" pitchFamily="50" charset="-128"/>
                        </a:rPr>
                        <a:t>1.85.00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>
                          <a:effectLst/>
                          <a:latin typeface="+mn-lt"/>
                          <a:ea typeface="Meiryo UI" panose="020B0604030504040204" pitchFamily="50" charset="-128"/>
                        </a:rPr>
                        <a:t>2020/4/1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XXX</a:t>
                      </a:r>
                      <a:endParaRPr lang="ja-JP" altLang="en-US" sz="900" b="0" i="0" u="none" strike="noStrike" dirty="0">
                        <a:effectLst/>
                        <a:latin typeface="+mn-lt"/>
                        <a:ea typeface="Meiryo UI" panose="020B0604030504040204" pitchFamily="50" charset="-128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iMCSX-0201598 </a:t>
                      </a:r>
                      <a:r>
                        <a:rPr lang="en-US" altLang="ja-JP" sz="900" b="0" i="0" u="none" strike="noStrike" dirty="0" err="1">
                          <a:effectLst/>
                          <a:latin typeface="+mn-lt"/>
                          <a:ea typeface="Meiryo UI" panose="020B0604030504040204" pitchFamily="50" charset="-128"/>
                        </a:rPr>
                        <a:t>iHC</a:t>
                      </a:r>
                      <a:r>
                        <a:rPr lang="en-US" altLang="ja-JP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 Reset </a:t>
                      </a:r>
                      <a:r>
                        <a:rPr lang="ja-JP" altLang="en-US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対応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&lt;&lt;</a:t>
                      </a:r>
                      <a:r>
                        <a:rPr lang="ja-JP" altLang="en-US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仕様</a:t>
                      </a:r>
                      <a:r>
                        <a:rPr lang="en-US" altLang="ja-JP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&gt;&gt;</a:t>
                      </a:r>
                      <a:r>
                        <a:rPr lang="ja-JP" altLang="en-US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リブート</a:t>
                      </a:r>
                      <a:r>
                        <a:rPr lang="en-US" altLang="ja-JP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Seq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アラームリセット処理を追加</a:t>
                      </a:r>
                    </a:p>
                  </a:txBody>
                  <a:tcPr marL="6350" marR="6350" marT="635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18037"/>
                  </a:ext>
                </a:extLst>
              </a:tr>
              <a:tr h="167624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b="0" i="0" u="none" strike="noStrike">
                          <a:effectLst/>
                          <a:latin typeface="+mn-lt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b="0" i="0" u="none" strike="noStrike">
                          <a:effectLst/>
                          <a:latin typeface="+mn-lt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b="0" i="0" u="none" strike="noStrike">
                          <a:effectLst/>
                          <a:latin typeface="+mn-lt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900" b="0" i="0" u="none" strike="noStrike">
                          <a:effectLst/>
                          <a:latin typeface="+mn-lt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&lt;&lt;</a:t>
                      </a:r>
                      <a:r>
                        <a:rPr lang="ja-JP" altLang="en-US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定義</a:t>
                      </a:r>
                      <a:r>
                        <a:rPr lang="en-US" altLang="ja-JP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&gt;&gt;Command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E29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900" b="0" i="0" u="none" strike="noStrike" dirty="0">
                          <a:effectLst/>
                          <a:latin typeface="+mn-lt"/>
                          <a:ea typeface="Meiryo UI" panose="020B0604030504040204" pitchFamily="50" charset="-128"/>
                        </a:rPr>
                        <a:t>使用するコマンドの追加</a:t>
                      </a:r>
                    </a:p>
                  </a:txBody>
                  <a:tcPr marL="6350" marR="6350" marT="635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949147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A7450B6-DFB9-F581-4C87-435D8DD9ED28}"/>
              </a:ext>
            </a:extLst>
          </p:cNvPr>
          <p:cNvSpPr txBox="1"/>
          <p:nvPr/>
        </p:nvSpPr>
        <p:spPr>
          <a:xfrm>
            <a:off x="1115189" y="1391100"/>
            <a:ext cx="30011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機能仕様書</a:t>
            </a:r>
            <a:r>
              <a:rPr kumimoji="1" lang="en-US" altLang="ja-JP" sz="1200" dirty="0">
                <a:solidFill>
                  <a:schemeClr val="tx1"/>
                </a:solidFill>
              </a:rPr>
              <a:t>(aaa.xlsx)</a:t>
            </a:r>
            <a:r>
              <a:rPr kumimoji="1" lang="ja-JP" altLang="en-US" sz="1200" dirty="0">
                <a:solidFill>
                  <a:schemeClr val="tx1"/>
                </a:solidFill>
              </a:rPr>
              <a:t>　</a:t>
            </a:r>
            <a:r>
              <a:rPr kumimoji="1" lang="en-US" altLang="ja-JP" sz="1200" dirty="0">
                <a:solidFill>
                  <a:schemeClr val="tx1"/>
                </a:solidFill>
              </a:rPr>
              <a:t>“</a:t>
            </a:r>
            <a:r>
              <a:rPr kumimoji="1" lang="ja-JP" altLang="en-US" sz="1200" dirty="0">
                <a:solidFill>
                  <a:schemeClr val="tx1"/>
                </a:solidFill>
              </a:rPr>
              <a:t>更新履歴</a:t>
            </a:r>
            <a:r>
              <a:rPr kumimoji="1" lang="en-US" altLang="ja-JP" sz="1200" dirty="0">
                <a:solidFill>
                  <a:schemeClr val="tx1"/>
                </a:solidFill>
              </a:rPr>
              <a:t>”</a:t>
            </a:r>
            <a:r>
              <a:rPr kumimoji="1" lang="ja-JP" altLang="en-US" sz="1200" dirty="0">
                <a:solidFill>
                  <a:schemeClr val="tx1"/>
                </a:solidFill>
              </a:rPr>
              <a:t>シート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DBC24AE-34DF-8BAD-3810-F7230B1D6915}"/>
              </a:ext>
            </a:extLst>
          </p:cNvPr>
          <p:cNvSpPr txBox="1"/>
          <p:nvPr/>
        </p:nvSpPr>
        <p:spPr>
          <a:xfrm>
            <a:off x="1115189" y="3993221"/>
            <a:ext cx="1723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/>
              <a:t>改造シート対応欄記述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3638D0F7-B800-85F8-0402-A5846D9F8059}"/>
              </a:ext>
            </a:extLst>
          </p:cNvPr>
          <p:cNvCxnSpPr>
            <a:cxnSpLocks/>
          </p:cNvCxnSpPr>
          <p:nvPr/>
        </p:nvCxnSpPr>
        <p:spPr>
          <a:xfrm flipH="1">
            <a:off x="6121938" y="3586387"/>
            <a:ext cx="183612" cy="937988"/>
          </a:xfrm>
          <a:prstGeom prst="straightConnector1">
            <a:avLst/>
          </a:prstGeom>
          <a:ln w="190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B850965F-60BA-A765-AEDF-F477CE98B2EB}"/>
              </a:ext>
            </a:extLst>
          </p:cNvPr>
          <p:cNvCxnSpPr>
            <a:cxnSpLocks/>
          </p:cNvCxnSpPr>
          <p:nvPr/>
        </p:nvCxnSpPr>
        <p:spPr>
          <a:xfrm>
            <a:off x="8420100" y="3586387"/>
            <a:ext cx="159288" cy="879324"/>
          </a:xfrm>
          <a:prstGeom prst="straightConnector1">
            <a:avLst/>
          </a:prstGeom>
          <a:ln w="190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7FED7AE6-DE10-708A-42F6-AFA9801A319A}"/>
              </a:ext>
            </a:extLst>
          </p:cNvPr>
          <p:cNvCxnSpPr>
            <a:cxnSpLocks/>
          </p:cNvCxnSpPr>
          <p:nvPr/>
        </p:nvCxnSpPr>
        <p:spPr>
          <a:xfrm>
            <a:off x="1438275" y="3466734"/>
            <a:ext cx="2971800" cy="803486"/>
          </a:xfrm>
          <a:prstGeom prst="straightConnector1">
            <a:avLst/>
          </a:prstGeom>
          <a:ln w="190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2915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3520E8-8840-77C3-CFCF-834E60289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開発案件管理システム</a:t>
            </a:r>
            <a:endParaRPr kumimoji="1" lang="ja-JP" altLang="en-US" sz="16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80F639-F46D-1408-3E98-3EF977609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上位案件</a:t>
            </a:r>
            <a:r>
              <a:rPr kumimoji="1" lang="en-US" altLang="ja-JP" dirty="0"/>
              <a:t>(RA-XXXX)</a:t>
            </a:r>
            <a:r>
              <a:rPr kumimoji="1" lang="ja-JP" altLang="en-US" dirty="0"/>
              <a:t>に対して開発テーマが紐づけられている</a:t>
            </a:r>
            <a:endParaRPr kumimoji="1" lang="en-US" altLang="ja-JP" dirty="0"/>
          </a:p>
          <a:p>
            <a:r>
              <a:rPr lang="ja-JP" altLang="en-US" dirty="0"/>
              <a:t>開発テーマ</a:t>
            </a:r>
            <a:r>
              <a:rPr lang="en-US" altLang="ja-JP" dirty="0"/>
              <a:t>ID</a:t>
            </a:r>
            <a:r>
              <a:rPr lang="ja-JP" altLang="en-US" dirty="0"/>
              <a:t>は重複アリ</a:t>
            </a:r>
            <a:endParaRPr lang="en-US" altLang="ja-JP" dirty="0"/>
          </a:p>
          <a:p>
            <a:pPr lvl="1"/>
            <a:r>
              <a:rPr kumimoji="1" lang="ja-JP" altLang="en-US" dirty="0"/>
              <a:t>適用バージョン</a:t>
            </a:r>
            <a:r>
              <a:rPr kumimoji="1" lang="en-US" altLang="ja-JP" dirty="0"/>
              <a:t>/</a:t>
            </a:r>
            <a:r>
              <a:rPr kumimoji="1" lang="ja-JP" altLang="en-US" dirty="0"/>
              <a:t>キット適用などの項目で区別されている</a:t>
            </a:r>
            <a:endParaRPr kumimoji="1" lang="en-US" altLang="ja-JP" dirty="0"/>
          </a:p>
          <a:p>
            <a:r>
              <a:rPr lang="ja-JP" altLang="en-US" dirty="0"/>
              <a:t>開発テーマごとの情報</a:t>
            </a:r>
            <a:endParaRPr lang="en-US" altLang="ja-JP" dirty="0"/>
          </a:p>
          <a:p>
            <a:pPr lvl="1"/>
            <a:r>
              <a:rPr kumimoji="1" lang="ja-JP" altLang="en-US" dirty="0"/>
              <a:t>開発テーマ情報</a:t>
            </a:r>
            <a:endParaRPr kumimoji="1" lang="en-US" altLang="ja-JP" dirty="0"/>
          </a:p>
          <a:p>
            <a:pPr lvl="1"/>
            <a:r>
              <a:rPr lang="ja-JP" altLang="en-US" dirty="0"/>
              <a:t>対応内容情報</a:t>
            </a:r>
            <a:endParaRPr lang="en-US" altLang="ja-JP" dirty="0"/>
          </a:p>
          <a:p>
            <a:pPr lvl="1"/>
            <a:r>
              <a:rPr kumimoji="1" lang="ja-JP" altLang="en-US" dirty="0"/>
              <a:t>適用情報</a:t>
            </a:r>
          </a:p>
        </p:txBody>
      </p:sp>
    </p:spTree>
    <p:extLst>
      <p:ext uri="{BB962C8B-B14F-4D97-AF65-F5344CB8AC3E}">
        <p14:creationId xmlns:p14="http://schemas.microsoft.com/office/powerpoint/2010/main" val="3884182819"/>
      </p:ext>
    </p:extLst>
  </p:cSld>
  <p:clrMapOvr>
    <a:masterClrMapping/>
  </p:clrMapOvr>
</p:sld>
</file>

<file path=ppt/theme/theme1.xml><?xml version="1.0" encoding="utf-8"?>
<a:theme xmlns:a="http://schemas.openxmlformats.org/drawingml/2006/main" name="eXm">
  <a:themeElements>
    <a:clrScheme name="ユーザー定義 1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DB281F"/>
      </a:accent1>
      <a:accent2>
        <a:srgbClr val="FEE6E6"/>
      </a:accent2>
      <a:accent3>
        <a:srgbClr val="6B6B6B"/>
      </a:accent3>
      <a:accent4>
        <a:srgbClr val="5A5A5A"/>
      </a:accent4>
      <a:accent5>
        <a:srgbClr val="FFFFFF"/>
      </a:accent5>
      <a:accent6>
        <a:srgbClr val="FFFFFF"/>
      </a:accent6>
      <a:hlink>
        <a:srgbClr val="0000FF"/>
      </a:hlink>
      <a:folHlink>
        <a:srgbClr val="800080"/>
      </a:folHlink>
    </a:clrScheme>
    <a:fontScheme name="ユーザー定義 42">
      <a:majorFont>
        <a:latin typeface="游ゴシック"/>
        <a:ea typeface="游ゴシック"/>
        <a:cs typeface=""/>
      </a:majorFont>
      <a:minorFont>
        <a:latin typeface="游ゴシック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C00000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Xm" id="{115361A8-D6F5-4B82-88CD-794E95E4435D}" vid="{0151AB90-2418-46B4-882F-E157D6FFAB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eXm</Template>
  <TotalTime>373</TotalTime>
  <Words>648</Words>
  <Application>Microsoft Office PowerPoint</Application>
  <PresentationFormat>ワイド画面</PresentationFormat>
  <Paragraphs>154</Paragraphs>
  <Slides>9</Slides>
  <Notes>0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6" baseType="lpstr">
      <vt:lpstr>Meiryo UI</vt:lpstr>
      <vt:lpstr>ＭＳ Ｐゴシック</vt:lpstr>
      <vt:lpstr>メイリオ</vt:lpstr>
      <vt:lpstr>游ゴシック</vt:lpstr>
      <vt:lpstr>Arial</vt:lpstr>
      <vt:lpstr>Wingdings</vt:lpstr>
      <vt:lpstr>eXm</vt:lpstr>
      <vt:lpstr>改造シート調査</vt:lpstr>
      <vt:lpstr>改造シート：フォーマット</vt:lpstr>
      <vt:lpstr>改造シート：フォーマット　パターン①</vt:lpstr>
      <vt:lpstr>改造シート：フォーマット　パターン②</vt:lpstr>
      <vt:lpstr>改造シート：フォーマット　パターン③</vt:lpstr>
      <vt:lpstr>改造シート：構成</vt:lpstr>
      <vt:lpstr>改造シート作成フロー</vt:lpstr>
      <vt:lpstr>機能仕様書について</vt:lpstr>
      <vt:lpstr>開発案件管理システム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Sueyoshi Akira-末吉 朗</dc:creator>
  <cp:lastModifiedBy>Sueyoshi Akira</cp:lastModifiedBy>
  <cp:revision>13</cp:revision>
  <dcterms:created xsi:type="dcterms:W3CDTF">2025-11-20T07:15:20Z</dcterms:created>
  <dcterms:modified xsi:type="dcterms:W3CDTF">2025-11-26T09:31:29Z</dcterms:modified>
</cp:coreProperties>
</file>