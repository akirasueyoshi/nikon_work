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6917" y="1068735"/>
            <a:ext cx="2630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kb-mcp UI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465647" y="1868835"/>
            <a:ext cx="221270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利用マニュアル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90195" y="2684115"/>
            <a:ext cx="31636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ナレッジベース検索システムの使い方ガイド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63925" y="3354586"/>
            <a:ext cx="857250" cy="720030"/>
          </a:xfrm>
          <a:prstGeom prst="roundRect">
            <a:avLst>
              <a:gd name="adj" fmla="val 10583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71258" y="346888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88524" y="3773686"/>
            <a:ext cx="4080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73575" y="3354586"/>
            <a:ext cx="857250" cy="720030"/>
          </a:xfrm>
          <a:prstGeom prst="roundRect">
            <a:avLst>
              <a:gd name="adj" fmla="val 1058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0908" y="346888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8174" y="3773686"/>
            <a:ext cx="4080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83225" y="3354586"/>
            <a:ext cx="996851" cy="720030"/>
          </a:xfrm>
          <a:prstGeom prst="roundRect">
            <a:avLst>
              <a:gd name="adj" fmla="val 10583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60358" y="346888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6428" y="3773686"/>
            <a:ext cx="550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使い分け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提供される機能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599456"/>
            <a:ext cx="2578150" cy="1491407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809006"/>
            <a:ext cx="220223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81050" y="2258467"/>
            <a:ext cx="220223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81050" y="2509838"/>
            <a:ext cx="22022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ドキュメントをアップロードして検索可能にする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283000" y="1599456"/>
            <a:ext cx="2578150" cy="1491407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92550" y="1809006"/>
            <a:ext cx="220223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92550" y="2258467"/>
            <a:ext cx="220223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3492550" y="2509838"/>
            <a:ext cx="22022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アップロードしたドキュメントから情報を検索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994499" y="1692325"/>
            <a:ext cx="2578150" cy="1305669"/>
          </a:xfrm>
          <a:prstGeom prst="roundRect">
            <a:avLst>
              <a:gd name="adj" fmla="val 8754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04049" y="1901875"/>
            <a:ext cx="220223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04049" y="2351336"/>
            <a:ext cx="220223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204049" y="2602706"/>
            <a:ext cx="220223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登録されたドキュメントを管理・削除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71500" y="3300413"/>
            <a:ext cx="8001000" cy="872282"/>
          </a:xfrm>
          <a:prstGeom prst="roundRect">
            <a:avLst>
              <a:gd name="adj" fmla="val 1310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1050" y="3490913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基本の流れ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050" y="3768923"/>
            <a:ext cx="77335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サーバーを起動して接続 → 2️⃣ ドキュメントをアップロード → 3️⃣ 検索して情報を見つける → 4️⃣ 必要に応じて管理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409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サーバー起動と接続</a:t>
            </a:r>
            <a:endParaRPr lang="en-US" sz="2550" dirty="0"/>
          </a:p>
        </p:txBody>
      </p:sp>
      <p:pic>
        <p:nvPicPr>
          <p:cNvPr id="3" name="Image 0" descr="/tmp/rasterized-gradient-23c752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782241"/>
            <a:ext cx="8001000" cy="1721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972741"/>
            <a:ext cx="777240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方法① UI上で自動起動（推奨：初心者向け）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762000" y="1262211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UIからサーバーを自動起動して接続。簡単で確実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2000" y="1570732"/>
            <a:ext cx="7620000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95350" y="1665982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Type: </a:t>
            </a:r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5350" y="1951732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Connection設定後「Connect」をクリック→自動起動</a:t>
            </a:r>
            <a:endParaRPr lang="en-US" sz="1500" dirty="0"/>
          </a:p>
        </p:txBody>
      </p:sp>
      <p:pic>
        <p:nvPicPr>
          <p:cNvPr id="9" name="Image 1" descr="/tmp/rasterized-gradient-e4d97ea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37532"/>
            <a:ext cx="8001000" cy="17219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2000" y="2828032"/>
            <a:ext cx="777240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750"/>
              </a:spcAft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方法② 手動起動してUI接続（推奨：デバッグ時）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762000" y="311750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ターミナルでサーバーを起動し、UIから接続。ログが見える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62000" y="3426023"/>
            <a:ext cx="7620000" cy="742950"/>
          </a:xfrm>
          <a:prstGeom prst="roundRect">
            <a:avLst>
              <a:gd name="adj" fmla="val 769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895350" y="3521273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ターミナル: </a:t>
            </a:r>
            <a:pPr algn="l" indent="0" marL="0">
              <a:lnSpc>
                <a:spcPts val="2100"/>
              </a:lnSpc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kb-mcp-server --transport http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95350" y="3807023"/>
            <a:ext cx="7500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Transport Type: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Manual Connection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1500" y="4492823"/>
            <a:ext cx="8001000" cy="439936"/>
          </a:xfrm>
          <a:prstGeom prst="roundRect">
            <a:avLst>
              <a:gd name="adj" fmla="val 21651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2950" y="4626173"/>
            <a:ext cx="78112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どちらか一方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の方法を選んでください。両方同時は不要です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409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方法①：UI上で自動起動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822275"/>
            <a:ext cx="8001000" cy="2144911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012775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290786"/>
            <a:ext cx="76200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UIを起動：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kb-mcp-ui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左サイドバー「Connection Settings」を開く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Type: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を選択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Arguments: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src/main.py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「Connect」ボタンをクリック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091011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243411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メリット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：設定が簡単。ターミナル操作不要。初心者に最適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732907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3885307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：サーバーのログが見えないため、エラー時のデバッグが難しい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4374803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452720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いつ使う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：日常的な利用、手軽に使いたいとき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4313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方法②：手動起動してUI接続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669875"/>
            <a:ext cx="8001000" cy="2449711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860375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138386"/>
            <a:ext cx="7620000" cy="17907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ターミナル1で起動：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kb-mcp-server --transport http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ターミナル2でUI起動：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kb-mcp-ui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Type: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Mode: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Connection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URL: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http://localhost:8000/mcp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「Connect」ボタンをクリック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243411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395811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メリット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：サーバーログが見える。デバッグしやすい。リモート接続可能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3885307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4037707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：2つのターミナルを開く必要がある。起動手順が多い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4527203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467960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いつ使う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：エラー調査、開発・テスト、複数人で共有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58390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Upload：ドキュメントをアップロード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828824"/>
            <a:ext cx="8001000" cy="2144911"/>
          </a:xfrm>
          <a:prstGeom prst="roundRect">
            <a:avLst>
              <a:gd name="adj" fmla="val 4441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019324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297335"/>
            <a:ext cx="76200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画面上部の「📤 Upload」タブを開く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Source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：ファイルを選択（ドラッグ＆ドロップ可）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：Upload Destination Pathを設定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Overwrite設定を確認（既存ファイルの上書き）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「Upload」ボタンをクリック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097560"/>
            <a:ext cx="8001000" cy="1161901"/>
          </a:xfrm>
          <a:prstGeom prst="roundRect">
            <a:avLst>
              <a:gd name="adj" fmla="val 8198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249960"/>
            <a:ext cx="77724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重要：ファイルパスの設定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3512790"/>
            <a:ext cx="777240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正しい例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：docs/spec.pdf, manual/guide.docx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間違い例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：/docs/spec.pdf（先頭の/は不要）</a:t>
            </a: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このパスは検索時のScope指定やResource管理で重要です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4383286"/>
            <a:ext cx="8001000" cy="502890"/>
          </a:xfrm>
          <a:prstGeom prst="roundRect">
            <a:avLst>
              <a:gd name="adj" fmla="val 18941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4535686"/>
            <a:ext cx="77724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ヒント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：フォルダ構造を考えてパスを設定すると、後で検索範囲を限定しやすくなります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445941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Search：ドキュメントを検索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838349"/>
            <a:ext cx="8001000" cy="1840111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028849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基本の使い方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306860"/>
            <a:ext cx="762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画面上部の「🔍 Search」タブを開く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Queryに検索したい内容を入力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必要に応じて設定を調整（次ページで詳細説明）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「Search」ボタンをクリック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802285"/>
            <a:ext cx="8001000" cy="1447800"/>
          </a:xfrm>
          <a:prstGeom prst="roundRect">
            <a:avLst>
              <a:gd name="adj" fmla="val 657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2954685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検索結果の見方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62000" y="3221385"/>
            <a:ext cx="76200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各結果にはスコア（関連度）が表示されます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ドキュメントの該当箇所が引用として表示されます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ファイルパスをクリックすると元ドキュメントにアクセス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4373910"/>
            <a:ext cx="8001000" cy="502890"/>
          </a:xfrm>
          <a:prstGeom prst="roundRect">
            <a:avLst>
              <a:gd name="adj" fmla="val 18941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4526310"/>
            <a:ext cx="77724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ヒント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：質問形式（「〜とは？」「〜の方法は？」）でも、キーワードでも検索できます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350"/>
              </a:spcAft>
              <a:buNone/>
            </a:pPr>
            <a:r>
              <a:rPr lang="en-US" sz="24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Search：設定項目の詳細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912614"/>
            <a:ext cx="8001000" cy="146685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" y="1084064"/>
            <a:ext cx="78112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Mode（検索方式）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42950" y="1331714"/>
            <a:ext cx="76581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（推奨）：意味検索+キーワード検索を組み合わせ。バランスが良い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：意味的に類似した文章を検索。表現が違っても見つかる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：完全一致優先。専門用語や固有名詞の検索に最適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493764"/>
            <a:ext cx="8001000" cy="788640"/>
          </a:xfrm>
          <a:prstGeom prst="roundRect">
            <a:avLst>
              <a:gd name="adj" fmla="val 120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950" y="2665214"/>
            <a:ext cx="78112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Limit（結果件数）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42950" y="2912864"/>
            <a:ext cx="781126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表示する検索結果の最大数。デフォルトは5件。多すぎると読みづらいので、まずは5-10件で試す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3396704"/>
            <a:ext cx="8001000" cy="788640"/>
          </a:xfrm>
          <a:prstGeom prst="roundRect">
            <a:avLst>
              <a:gd name="adj" fmla="val 120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2950" y="3568154"/>
            <a:ext cx="78112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Paths（検索範囲）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42950" y="3815804"/>
            <a:ext cx="781126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特定のフォルダ配下のみ検索したい場合に指定。例：docs/specs/ → specsフォルダ内のみ検索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71500" y="4299645"/>
            <a:ext cx="8001000" cy="464790"/>
          </a:xfrm>
          <a:prstGeom prst="roundRect">
            <a:avLst>
              <a:gd name="adj" fmla="val 20493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2950" y="4432995"/>
            <a:ext cx="781126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迷ったら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：Search Mode=hybrid、Limit=5で始めるのがおすすめ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471201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Resources：ドキュメント管理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1078260"/>
            <a:ext cx="8001000" cy="1840111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268760"/>
            <a:ext cx="7772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何ができるか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546771"/>
            <a:ext cx="762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統計情報の確認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：登録されているドキュメント数やチャンク数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ファイル一覧の確認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：アップロードしたファイルをツリー表示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ファイルのダウンロード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：選択したファイルを取得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ファイルの削除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：不要なファイルを削除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042196"/>
            <a:ext cx="8001000" cy="967680"/>
          </a:xfrm>
          <a:prstGeom prst="roundRect">
            <a:avLst>
              <a:gd name="adj" fmla="val 984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3194596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Uploadとの関係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62000" y="3461296"/>
            <a:ext cx="77724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Uploadで設定した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ファイルパス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がここに表示されます。パスを間違えると、意図しない場所に保存され、管理や検索範囲指定が難しくなります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71500" y="4133701"/>
            <a:ext cx="8001000" cy="502890"/>
          </a:xfrm>
          <a:prstGeom prst="roundRect">
            <a:avLst>
              <a:gd name="adj" fmla="val 18941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4286101"/>
            <a:ext cx="777240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削除の注意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：削除したファイルは復元できません。確認ダイアログで必ず確認を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09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65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よくあるつまづきポイント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1130796"/>
            <a:ext cx="8001000" cy="851446"/>
          </a:xfrm>
          <a:prstGeom prst="roundRect">
            <a:avLst>
              <a:gd name="adj" fmla="val 11187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321296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Connectできない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81050" y="1578471"/>
            <a:ext cx="77335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方法②の場合、サーバーが起動しているか確認。方法①の場合、Command/Argumentsの設定を確認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115592"/>
            <a:ext cx="8001000" cy="851446"/>
          </a:xfrm>
          <a:prstGeom prst="roundRect">
            <a:avLst>
              <a:gd name="adj" fmla="val 11187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2306092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アップロードしたファイルが検索で出てこない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81050" y="2563267"/>
            <a:ext cx="77335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Scope Pathsで検索範囲を限定しすぎていないか確認。空欄で全体検索になります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3100388"/>
            <a:ext cx="8001000" cy="851446"/>
          </a:xfrm>
          <a:prstGeom prst="roundRect">
            <a:avLst>
              <a:gd name="adj" fmla="val 11187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1050" y="3290888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Resourcesでファイルの場所が分かりにくい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81050" y="3548063"/>
            <a:ext cx="77335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Upload時のファイルパス設定が重要。フォルダ構造を考えて設定しましょう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4085183"/>
            <a:ext cx="8001000" cy="518071"/>
          </a:xfrm>
          <a:prstGeom prst="roundRect">
            <a:avLst>
              <a:gd name="adj" fmla="val 18386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4237583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困ったら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：README.mdに詳細情報があります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409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650"/>
              </a:spcAft>
              <a:buNone/>
            </a:pPr>
            <a:r>
              <a:rPr lang="en-US" sz="25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補足：その他の設定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1500" y="1432768"/>
            <a:ext cx="8001000" cy="1123652"/>
          </a:xfrm>
          <a:prstGeom prst="roundRect">
            <a:avLst>
              <a:gd name="adj" fmla="val 8477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1050" y="1642318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Settings（タイムアウト設定）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050" y="1920329"/>
            <a:ext cx="773353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処理の最大待ち時間を設定します。通常はデフォルト値で問題ありません。大量のファイルをアップロードする場合や、検索に時間がかかる場合のみ調整してください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708821"/>
            <a:ext cx="8001000" cy="910382"/>
          </a:xfrm>
          <a:prstGeom prst="roundRect">
            <a:avLst>
              <a:gd name="adj" fmla="val 10463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050" y="2918371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Options（詳細オプション）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050" y="3196382"/>
            <a:ext cx="77335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検索の詳細なチューニングが可能です（Dense/Sparse Threshold、Reranking等）。通常の利用では変更不要です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3771602"/>
            <a:ext cx="8001000" cy="529530"/>
          </a:xfrm>
          <a:prstGeom prst="roundRect">
            <a:avLst>
              <a:gd name="adj" fmla="val 1798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5231" y="3943052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これらの設定は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基本的に触らなくてOK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5279" y="343049"/>
            <a:ext cx="5334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33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258132" y="1177379"/>
            <a:ext cx="2627587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8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利用マニュアル</a:t>
            </a:r>
            <a:endParaRPr lang="en-US" sz="2850" dirty="0"/>
          </a:p>
          <a:p>
            <a:pPr algn="ctr" indent="0" marL="0">
              <a:lnSpc>
                <a:spcPts val="2850"/>
              </a:lnSpc>
              <a:buNone/>
            </a:pPr>
            <a:r>
              <a:rPr lang="en-US" sz="285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2006947" y="2244179"/>
            <a:ext cx="5130105" cy="1642021"/>
          </a:xfrm>
          <a:prstGeom prst="roundRect">
            <a:avLst>
              <a:gd name="adj" fmla="val 6961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27680" y="2472779"/>
            <a:ext cx="468864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12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使い始めるための3ステップ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2273647" y="2781300"/>
            <a:ext cx="4596705" cy="8763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ctr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サーバーを起動して接続（方法①or②）</a:t>
            </a:r>
            <a:endParaRPr lang="en-US" sz="1350" dirty="0"/>
          </a:p>
          <a:p>
            <a:pPr algn="ctr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Uploadでドキュメントを登録（ファイルパスに注意）</a:t>
            </a:r>
            <a:endParaRPr lang="en-US" sz="1350" dirty="0"/>
          </a:p>
          <a:p>
            <a:pPr algn="ctr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Searchで情報を検索（Search Mode=hybridがおすすめ）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006947" y="4133850"/>
            <a:ext cx="5130105" cy="571500"/>
          </a:xfrm>
          <a:prstGeom prst="roundRect">
            <a:avLst>
              <a:gd name="adj" fmla="val 2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88818" y="4305300"/>
            <a:ext cx="47663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特に重要：ファイルパスの設定は後の検索・管理に影響します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kb-mcp UI 利用マニュアル</dc:title>
  <dc:subject>手順と注意点を明確にした実践的な利用ガイド</dc:subject>
  <dc:creator>kb-mcp</dc:creator>
  <cp:lastModifiedBy>kb-mcp</cp:lastModifiedBy>
  <cp:revision>1</cp:revision>
  <dcterms:created xsi:type="dcterms:W3CDTF">2025-12-24T11:38:17Z</dcterms:created>
  <dcterms:modified xsi:type="dcterms:W3CDTF">2025-12-24T11:38:17Z</dcterms:modified>
</cp:coreProperties>
</file>