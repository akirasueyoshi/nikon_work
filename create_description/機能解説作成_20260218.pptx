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
  </p:notesMasterIdLst>
  <p:sldIdLst>
    <p:sldId id="852" r:id="rId2"/>
    <p:sldId id="857" r:id="rId3"/>
    <p:sldId id="854" r:id="rId4"/>
    <p:sldId id="853" r:id="rId5"/>
    <p:sldId id="856" r:id="rId6"/>
  </p:sldIdLst>
  <p:sldSz cx="12192000" cy="6858000"/>
  <p:notesSz cx="6858000" cy="9144000"/>
  <p:defaultTextStyle>
    <a:defPPr>
      <a:defRPr lang="ja-JP"/>
    </a:defPPr>
    <a:lvl1pPr algn="l" rtl="0" fontAlgn="base">
      <a:spcBef>
        <a:spcPct val="0"/>
      </a:spcBef>
      <a:spcAft>
        <a:spcPct val="0"/>
      </a:spcAft>
      <a:defRPr kumimoji="1" kern="1200">
        <a:solidFill>
          <a:schemeClr val="tx1"/>
        </a:solidFill>
        <a:latin typeface="Arial" charset="0"/>
        <a:ea typeface="ＭＳ Ｐゴシック" pitchFamily="50" charset="-128"/>
        <a:cs typeface="+mn-cs"/>
      </a:defRPr>
    </a:lvl1pPr>
    <a:lvl2pPr marL="457200" algn="l" rtl="0" fontAlgn="base">
      <a:spcBef>
        <a:spcPct val="0"/>
      </a:spcBef>
      <a:spcAft>
        <a:spcPct val="0"/>
      </a:spcAft>
      <a:defRPr kumimoji="1" kern="1200">
        <a:solidFill>
          <a:schemeClr val="tx1"/>
        </a:solidFill>
        <a:latin typeface="Arial" charset="0"/>
        <a:ea typeface="ＭＳ Ｐゴシック" pitchFamily="50"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pitchFamily="50"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pitchFamily="50"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pitchFamily="50" charset="-128"/>
        <a:cs typeface="+mn-cs"/>
      </a:defRPr>
    </a:lvl5pPr>
    <a:lvl6pPr marL="2286000" algn="l" defTabSz="914400" rtl="0" eaLnBrk="1" latinLnBrk="0" hangingPunct="1">
      <a:defRPr kumimoji="1" kern="1200">
        <a:solidFill>
          <a:schemeClr val="tx1"/>
        </a:solidFill>
        <a:latin typeface="Arial" charset="0"/>
        <a:ea typeface="ＭＳ Ｐゴシック" pitchFamily="50" charset="-128"/>
        <a:cs typeface="+mn-cs"/>
      </a:defRPr>
    </a:lvl6pPr>
    <a:lvl7pPr marL="2743200" algn="l" defTabSz="914400" rtl="0" eaLnBrk="1" latinLnBrk="0" hangingPunct="1">
      <a:defRPr kumimoji="1" kern="1200">
        <a:solidFill>
          <a:schemeClr val="tx1"/>
        </a:solidFill>
        <a:latin typeface="Arial" charset="0"/>
        <a:ea typeface="ＭＳ Ｐゴシック" pitchFamily="50" charset="-128"/>
        <a:cs typeface="+mn-cs"/>
      </a:defRPr>
    </a:lvl7pPr>
    <a:lvl8pPr marL="3200400" algn="l" defTabSz="914400" rtl="0" eaLnBrk="1" latinLnBrk="0" hangingPunct="1">
      <a:defRPr kumimoji="1" kern="1200">
        <a:solidFill>
          <a:schemeClr val="tx1"/>
        </a:solidFill>
        <a:latin typeface="Arial" charset="0"/>
        <a:ea typeface="ＭＳ Ｐゴシック" pitchFamily="50" charset="-128"/>
        <a:cs typeface="+mn-cs"/>
      </a:defRPr>
    </a:lvl8pPr>
    <a:lvl9pPr marL="3657600" algn="l" defTabSz="914400" rtl="0" eaLnBrk="1" latinLnBrk="0" hangingPunct="1">
      <a:defRPr kumimoji="1" kern="1200">
        <a:solidFill>
          <a:schemeClr val="tx1"/>
        </a:solidFill>
        <a:latin typeface="Arial" charset="0"/>
        <a:ea typeface="ＭＳ Ｐゴシック" pitchFamily="50" charset="-128"/>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031" autoAdjust="0"/>
    <p:restoredTop sz="94276" autoAdjust="0"/>
  </p:normalViewPr>
  <p:slideViewPr>
    <p:cSldViewPr snapToGrid="0">
      <p:cViewPr varScale="1">
        <p:scale>
          <a:sx n="92" d="100"/>
          <a:sy n="92" d="100"/>
        </p:scale>
        <p:origin x="84" y="2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B1A535-2AD9-49D7-B06A-9A911D087B90}" type="datetimeFigureOut">
              <a:rPr kumimoji="1" lang="ja-JP" altLang="en-US" smtClean="0"/>
              <a:t>2026/2/18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9B1083-304D-4F4D-9087-54487D8503B7}" type="slidenum">
              <a:rPr kumimoji="1" lang="ja-JP" altLang="en-US" smtClean="0"/>
              <a:t>‹#›</a:t>
            </a:fld>
            <a:endParaRPr kumimoji="1" lang="ja-JP" altLang="en-US"/>
          </a:p>
        </p:txBody>
      </p:sp>
    </p:spTree>
    <p:extLst>
      <p:ext uri="{BB962C8B-B14F-4D97-AF65-F5344CB8AC3E}">
        <p14:creationId xmlns:p14="http://schemas.microsoft.com/office/powerpoint/2010/main" val="54051628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a:defRPr/>
            </a:pPr>
            <a:fld id="{17065F11-802A-4ED6-8932-23B96EA9DCDA}" type="slidenum">
              <a:rPr lang="ja-JP" altLang="en-US" smtClean="0"/>
              <a:pPr>
                <a:defRPr/>
              </a:pPr>
              <a:t>1</a:t>
            </a:fld>
            <a:endParaRPr lang="ja-JP" altLang="en-US"/>
          </a:p>
        </p:txBody>
      </p:sp>
    </p:spTree>
    <p:extLst>
      <p:ext uri="{BB962C8B-B14F-4D97-AF65-F5344CB8AC3E}">
        <p14:creationId xmlns:p14="http://schemas.microsoft.com/office/powerpoint/2010/main" val="1008975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・調査範囲：</a:t>
            </a:r>
            <a:r>
              <a:rPr kumimoji="1" lang="en-US" altLang="ja-JP" dirty="0"/>
              <a:t>LB </a:t>
            </a:r>
            <a:r>
              <a:rPr kumimoji="1" lang="ja-JP" altLang="en-US" dirty="0"/>
              <a:t>固有、アプリケーション仕様</a:t>
            </a:r>
            <a:endParaRPr kumimoji="1" lang="en-US" altLang="ja-JP" dirty="0"/>
          </a:p>
          <a:p>
            <a:r>
              <a:rPr kumimoji="1" lang="ja-JP" altLang="en-US" dirty="0"/>
              <a:t>・その他に</a:t>
            </a:r>
            <a:r>
              <a:rPr kumimoji="1" lang="en-US" altLang="ja-JP" dirty="0"/>
              <a:t>&lt;&lt;</a:t>
            </a:r>
            <a:r>
              <a:rPr kumimoji="1" lang="ja-JP" altLang="en-US" dirty="0"/>
              <a:t>レシピエディタ</a:t>
            </a:r>
            <a:r>
              <a:rPr kumimoji="1" lang="en-US" altLang="ja-JP" dirty="0"/>
              <a:t>&gt;&gt;</a:t>
            </a:r>
            <a:r>
              <a:rPr kumimoji="1" lang="ja-JP" altLang="en-US" dirty="0"/>
              <a:t>、</a:t>
            </a:r>
            <a:r>
              <a:rPr kumimoji="1" lang="en-US" altLang="ja-JP" dirty="0"/>
              <a:t>&lt;&lt;</a:t>
            </a:r>
            <a:r>
              <a:rPr kumimoji="1" lang="ja-JP" altLang="en-US" dirty="0"/>
              <a:t>ファイル仕様</a:t>
            </a:r>
            <a:r>
              <a:rPr kumimoji="1" lang="en-US" altLang="ja-JP" dirty="0"/>
              <a:t>&gt;&gt;</a:t>
            </a:r>
            <a:endParaRPr kumimoji="1" lang="ja-JP" altLang="en-US" dirty="0"/>
          </a:p>
        </p:txBody>
      </p:sp>
      <p:sp>
        <p:nvSpPr>
          <p:cNvPr id="4" name="スライド番号プレースホルダー 3"/>
          <p:cNvSpPr>
            <a:spLocks noGrp="1"/>
          </p:cNvSpPr>
          <p:nvPr>
            <p:ph type="sldNum" sz="quarter" idx="5"/>
          </p:nvPr>
        </p:nvSpPr>
        <p:spPr/>
        <p:txBody>
          <a:bodyPr/>
          <a:lstStyle/>
          <a:p>
            <a:fld id="{109B1083-304D-4F4D-9087-54487D8503B7}" type="slidenum">
              <a:rPr kumimoji="1" lang="ja-JP" altLang="en-US" smtClean="0"/>
              <a:t>4</a:t>
            </a:fld>
            <a:endParaRPr kumimoji="1" lang="ja-JP" altLang="en-US"/>
          </a:p>
        </p:txBody>
      </p:sp>
    </p:spTree>
    <p:extLst>
      <p:ext uri="{BB962C8B-B14F-4D97-AF65-F5344CB8AC3E}">
        <p14:creationId xmlns:p14="http://schemas.microsoft.com/office/powerpoint/2010/main" val="38482208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調査範囲：</a:t>
            </a:r>
            <a:r>
              <a:rPr kumimoji="1" lang="en-US" altLang="ja-JP" dirty="0"/>
              <a:t>EGA</a:t>
            </a:r>
            <a:r>
              <a:rPr kumimoji="1" lang="ja-JP" altLang="en-US" dirty="0"/>
              <a:t>、</a:t>
            </a:r>
            <a:r>
              <a:rPr kumimoji="1" lang="en-US" altLang="ja-JP" dirty="0"/>
              <a:t>C</a:t>
            </a:r>
            <a:r>
              <a:rPr kumimoji="1" lang="ja-JP" altLang="en-US" dirty="0"/>
              <a:t>型補正値ファイル生成機能、</a:t>
            </a:r>
            <a:r>
              <a:rPr kumimoji="1" lang="en-US" altLang="ja-JP" dirty="0"/>
              <a:t>NSR</a:t>
            </a:r>
            <a:r>
              <a:rPr kumimoji="1" lang="ja-JP" altLang="en-US" dirty="0"/>
              <a:t>用補正値ファイル</a:t>
            </a:r>
          </a:p>
        </p:txBody>
      </p:sp>
      <p:sp>
        <p:nvSpPr>
          <p:cNvPr id="4" name="スライド番号プレースホルダー 3"/>
          <p:cNvSpPr>
            <a:spLocks noGrp="1"/>
          </p:cNvSpPr>
          <p:nvPr>
            <p:ph type="sldNum" sz="quarter" idx="5"/>
          </p:nvPr>
        </p:nvSpPr>
        <p:spPr/>
        <p:txBody>
          <a:bodyPr/>
          <a:lstStyle/>
          <a:p>
            <a:fld id="{109B1083-304D-4F4D-9087-54487D8503B7}" type="slidenum">
              <a:rPr kumimoji="1" lang="ja-JP" altLang="en-US" smtClean="0"/>
              <a:t>5</a:t>
            </a:fld>
            <a:endParaRPr kumimoji="1" lang="ja-JP" altLang="en-US"/>
          </a:p>
        </p:txBody>
      </p:sp>
    </p:spTree>
    <p:extLst>
      <p:ext uri="{BB962C8B-B14F-4D97-AF65-F5344CB8AC3E}">
        <p14:creationId xmlns:p14="http://schemas.microsoft.com/office/powerpoint/2010/main" val="346142354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gi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タイトル スライド">
    <p:spTree>
      <p:nvGrpSpPr>
        <p:cNvPr id="1" name=""/>
        <p:cNvGrpSpPr/>
        <p:nvPr/>
      </p:nvGrpSpPr>
      <p:grpSpPr>
        <a:xfrm>
          <a:off x="0" y="0"/>
          <a:ext cx="0" cy="0"/>
          <a:chOff x="0" y="0"/>
          <a:chExt cx="0" cy="0"/>
        </a:xfrm>
      </p:grpSpPr>
      <p:sp>
        <p:nvSpPr>
          <p:cNvPr id="4" name="正方形/長方形 3"/>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2" name="タイトル 1"/>
          <p:cNvSpPr>
            <a:spLocks noGrp="1"/>
          </p:cNvSpPr>
          <p:nvPr>
            <p:ph type="ctrTitle"/>
          </p:nvPr>
        </p:nvSpPr>
        <p:spPr>
          <a:xfrm>
            <a:off x="4133896" y="1000108"/>
            <a:ext cx="7467616" cy="1928826"/>
          </a:xfrm>
        </p:spPr>
        <p:txBody>
          <a:bodyPr/>
          <a:lstStyle>
            <a:lvl1pPr algn="r">
              <a:defRPr>
                <a:latin typeface="Meiryo UI" panose="020B0604030504040204" pitchFamily="50" charset="-128"/>
                <a:ea typeface="Meiryo UI" panose="020B0604030504040204" pitchFamily="50" charset="-128"/>
              </a:defRPr>
            </a:lvl1pPr>
          </a:lstStyle>
          <a:p>
            <a:r>
              <a:rPr lang="ja-JP" altLang="en-US"/>
              <a:t>マスター タイトルの書式設定</a:t>
            </a:r>
            <a:endParaRPr lang="ja-JP" altLang="en-US" dirty="0"/>
          </a:p>
        </p:txBody>
      </p:sp>
      <p:sp>
        <p:nvSpPr>
          <p:cNvPr id="3" name="サブタイトル 2"/>
          <p:cNvSpPr>
            <a:spLocks noGrp="1"/>
          </p:cNvSpPr>
          <p:nvPr>
            <p:ph type="subTitle" idx="1"/>
          </p:nvPr>
        </p:nvSpPr>
        <p:spPr>
          <a:xfrm>
            <a:off x="4138681" y="2928934"/>
            <a:ext cx="7486643" cy="1428760"/>
          </a:xfrm>
        </p:spPr>
        <p:txBody>
          <a:bodyPr/>
          <a:lstStyle>
            <a:lvl1pPr marL="0" indent="0" algn="r">
              <a:buNone/>
              <a:defRPr>
                <a:solidFill>
                  <a:schemeClr val="tx1">
                    <a:tint val="75000"/>
                  </a:schemeClr>
                </a:solidFill>
                <a:latin typeface="Meiryo UI" panose="020B0604030504040204" pitchFamily="50" charset="-128"/>
                <a:ea typeface="Meiryo UI" panose="020B0604030504040204" pitchFamily="50" charset="-128"/>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マスター サブタイトルの書式設定</a:t>
            </a:r>
            <a:endParaRPr lang="ja-JP" altLang="en-US" dirty="0"/>
          </a:p>
        </p:txBody>
      </p:sp>
      <p:sp>
        <p:nvSpPr>
          <p:cNvPr id="25" name="日付プレースホルダ 3"/>
          <p:cNvSpPr>
            <a:spLocks noGrp="1"/>
          </p:cNvSpPr>
          <p:nvPr>
            <p:ph type="dt" sz="half" idx="10"/>
          </p:nvPr>
        </p:nvSpPr>
        <p:spPr>
          <a:xfrm>
            <a:off x="8763000" y="6500813"/>
            <a:ext cx="2844800" cy="222250"/>
          </a:xfrm>
          <a:prstGeom prst="rect">
            <a:avLst/>
          </a:prstGeom>
        </p:spPr>
        <p:txBody>
          <a:bodyPr/>
          <a:lstStyle>
            <a:lvl1pPr>
              <a:defRPr smtClean="0"/>
            </a:lvl1pPr>
          </a:lstStyle>
          <a:p>
            <a:fld id="{1EDC9CEA-8353-49A9-A8B0-BEB697459307}" type="datetimeFigureOut">
              <a:rPr kumimoji="1" lang="ja-JP" altLang="en-US" smtClean="0"/>
              <a:t>2026/2/18</a:t>
            </a:fld>
            <a:endParaRPr kumimoji="1" lang="ja-JP" altLang="en-US"/>
          </a:p>
        </p:txBody>
      </p:sp>
      <p:sp>
        <p:nvSpPr>
          <p:cNvPr id="26" name="スライド番号プレースホルダ 5"/>
          <p:cNvSpPr>
            <a:spLocks noGrp="1"/>
          </p:cNvSpPr>
          <p:nvPr>
            <p:ph type="sldNum" sz="quarter" idx="11"/>
          </p:nvPr>
        </p:nvSpPr>
        <p:spPr>
          <a:xfrm>
            <a:off x="285709" y="6429397"/>
            <a:ext cx="857256" cy="365125"/>
          </a:xfrm>
          <a:prstGeom prst="rect">
            <a:avLst/>
          </a:prstGeom>
        </p:spPr>
        <p:txBody>
          <a:bodyPr/>
          <a:lstStyle>
            <a:lvl1pPr>
              <a:defRPr smtClean="0"/>
            </a:lvl1pPr>
          </a:lstStyle>
          <a:p>
            <a:fld id="{4C169CC0-D762-45DA-AAFE-26306989BF4D}" type="slidenum">
              <a:rPr kumimoji="1" lang="ja-JP" altLang="en-US" smtClean="0"/>
              <a:t>‹#›</a:t>
            </a:fld>
            <a:endParaRPr kumimoji="1" lang="ja-JP" altLang="en-US"/>
          </a:p>
        </p:txBody>
      </p:sp>
      <p:grpSp>
        <p:nvGrpSpPr>
          <p:cNvPr id="27" name="グループ化 38"/>
          <p:cNvGrpSpPr>
            <a:grpSpLocks/>
          </p:cNvGrpSpPr>
          <p:nvPr/>
        </p:nvGrpSpPr>
        <p:grpSpPr bwMode="auto">
          <a:xfrm>
            <a:off x="254000" y="555626"/>
            <a:ext cx="6985000" cy="6016625"/>
            <a:chOff x="191212" y="556099"/>
            <a:chExt cx="5238044" cy="6016173"/>
          </a:xfrm>
        </p:grpSpPr>
        <p:sp>
          <p:nvSpPr>
            <p:cNvPr id="28" name="正方形/長方形 27"/>
            <p:cNvSpPr/>
            <p:nvPr/>
          </p:nvSpPr>
          <p:spPr>
            <a:xfrm>
              <a:off x="429305" y="5643655"/>
              <a:ext cx="1142846" cy="28572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29" name="正方形/長方形 28"/>
            <p:cNvSpPr/>
            <p:nvPr/>
          </p:nvSpPr>
          <p:spPr>
            <a:xfrm rot="16200000">
              <a:off x="-381048" y="2771291"/>
              <a:ext cx="1473089" cy="904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30" name="正方形/長方形 29"/>
            <p:cNvSpPr/>
            <p:nvPr/>
          </p:nvSpPr>
          <p:spPr>
            <a:xfrm>
              <a:off x="715016" y="6169077"/>
              <a:ext cx="1142846" cy="4603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31" name="正方形/長方形 30"/>
            <p:cNvSpPr/>
            <p:nvPr/>
          </p:nvSpPr>
          <p:spPr>
            <a:xfrm rot="16200000">
              <a:off x="-211992" y="5967483"/>
              <a:ext cx="1133390" cy="76190"/>
            </a:xfrm>
            <a:prstGeom prst="rect">
              <a:avLst/>
            </a:prstGeom>
            <a:solidFill>
              <a:srgbClr val="CB0C0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32" name="正方形/長方形 31"/>
            <p:cNvSpPr/>
            <p:nvPr/>
          </p:nvSpPr>
          <p:spPr>
            <a:xfrm rot="16200000">
              <a:off x="210227" y="5632549"/>
              <a:ext cx="1073069" cy="209522"/>
            </a:xfrm>
            <a:prstGeom prst="rect">
              <a:avLst/>
            </a:prstGeom>
            <a:solidFill>
              <a:srgbClr val="CB0C0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33" name="正方形/長方形 32"/>
            <p:cNvSpPr/>
            <p:nvPr/>
          </p:nvSpPr>
          <p:spPr>
            <a:xfrm rot="16200000">
              <a:off x="54661" y="3924522"/>
              <a:ext cx="1515948" cy="46031"/>
            </a:xfrm>
            <a:prstGeom prst="rect">
              <a:avLst/>
            </a:prstGeom>
            <a:solidFill>
              <a:srgbClr val="CB0C0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34" name="正方形/長方形 33"/>
            <p:cNvSpPr/>
            <p:nvPr/>
          </p:nvSpPr>
          <p:spPr>
            <a:xfrm rot="16200000">
              <a:off x="-6437" y="4496780"/>
              <a:ext cx="1103229" cy="25396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35" name="正方形/長方形 34"/>
            <p:cNvSpPr/>
            <p:nvPr/>
          </p:nvSpPr>
          <p:spPr>
            <a:xfrm rot="16200000">
              <a:off x="-6437" y="3360215"/>
              <a:ext cx="1103229" cy="25396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36" name="正方形/長方形 35"/>
            <p:cNvSpPr/>
            <p:nvPr/>
          </p:nvSpPr>
          <p:spPr>
            <a:xfrm rot="16200000">
              <a:off x="-211992" y="4824569"/>
              <a:ext cx="1133390" cy="7619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37" name="正方形/長方形 36"/>
            <p:cNvSpPr/>
            <p:nvPr/>
          </p:nvSpPr>
          <p:spPr>
            <a:xfrm rot="16200000">
              <a:off x="356256" y="5410314"/>
              <a:ext cx="1174662" cy="15555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38" name="正方形/長方形 37"/>
            <p:cNvSpPr/>
            <p:nvPr/>
          </p:nvSpPr>
          <p:spPr>
            <a:xfrm rot="16200000">
              <a:off x="547535" y="4390422"/>
              <a:ext cx="798452" cy="161903"/>
            </a:xfrm>
            <a:prstGeom prst="rect">
              <a:avLst/>
            </a:prstGeom>
            <a:solidFill>
              <a:srgbClr val="CB0C0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39" name="正方形/長方形 38"/>
            <p:cNvSpPr/>
            <p:nvPr/>
          </p:nvSpPr>
          <p:spPr>
            <a:xfrm>
              <a:off x="2572141" y="6072248"/>
              <a:ext cx="1174592" cy="1539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40" name="正方形/長方形 39"/>
            <p:cNvSpPr/>
            <p:nvPr/>
          </p:nvSpPr>
          <p:spPr>
            <a:xfrm>
              <a:off x="1730879" y="6075422"/>
              <a:ext cx="819040" cy="90480"/>
            </a:xfrm>
            <a:prstGeom prst="rect">
              <a:avLst/>
            </a:prstGeom>
            <a:solidFill>
              <a:srgbClr val="CB0C0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41" name="正方形/長方形 40"/>
            <p:cNvSpPr/>
            <p:nvPr/>
          </p:nvSpPr>
          <p:spPr>
            <a:xfrm>
              <a:off x="191212" y="6332578"/>
              <a:ext cx="1176179" cy="2015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42" name="正方形/長方形 41"/>
            <p:cNvSpPr/>
            <p:nvPr/>
          </p:nvSpPr>
          <p:spPr>
            <a:xfrm>
              <a:off x="1383264" y="6324641"/>
              <a:ext cx="819040" cy="207947"/>
            </a:xfrm>
            <a:prstGeom prst="rect">
              <a:avLst/>
            </a:prstGeom>
            <a:solidFill>
              <a:srgbClr val="CB0C0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43" name="正方形/長方形 42"/>
            <p:cNvSpPr/>
            <p:nvPr/>
          </p:nvSpPr>
          <p:spPr>
            <a:xfrm rot="16200000">
              <a:off x="-424700" y="1291058"/>
              <a:ext cx="1515949" cy="46031"/>
            </a:xfrm>
            <a:prstGeom prst="rect">
              <a:avLst/>
            </a:prstGeom>
            <a:solidFill>
              <a:srgbClr val="CB0C0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44" name="正方形/長方形 43"/>
            <p:cNvSpPr/>
            <p:nvPr/>
          </p:nvSpPr>
          <p:spPr>
            <a:xfrm>
              <a:off x="3419752" y="6238922"/>
              <a:ext cx="2009504" cy="47621"/>
            </a:xfrm>
            <a:prstGeom prst="rect">
              <a:avLst/>
            </a:prstGeom>
            <a:solidFill>
              <a:srgbClr val="CB0C0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sp>
          <p:nvSpPr>
            <p:cNvPr id="45" name="正方形/長方形 44"/>
            <p:cNvSpPr/>
            <p:nvPr/>
          </p:nvSpPr>
          <p:spPr>
            <a:xfrm>
              <a:off x="2215002" y="6481792"/>
              <a:ext cx="1515858" cy="5079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ja-JP" altLang="en-US"/>
            </a:p>
          </p:txBody>
        </p:sp>
      </p:grpSp>
      <p:pic>
        <p:nvPicPr>
          <p:cNvPr id="46" name="Picture 2" descr="C:\Documents and Settings\hiroyuki.watanabe\My Documents\eXmotion\販促\ロゴ\黒字_背景透明_2100x660.png">
            <a:extLst>
              <a:ext uri="{FF2B5EF4-FFF2-40B4-BE49-F238E27FC236}">
                <a16:creationId xmlns:a16="http://schemas.microsoft.com/office/drawing/2014/main" id="{394CF75F-AB14-44F0-885A-2858367CF70B}"/>
              </a:ext>
            </a:extLst>
          </p:cNvPr>
          <p:cNvPicPr>
            <a:picLocks noChangeAspect="1" noChangeArrowheads="1"/>
          </p:cNvPicPr>
          <p:nvPr/>
        </p:nvPicPr>
        <p:blipFill>
          <a:blip r:embed="rId2" cstate="print"/>
          <a:srcRect/>
          <a:stretch>
            <a:fillRect/>
          </a:stretch>
        </p:blipFill>
        <p:spPr bwMode="auto">
          <a:xfrm>
            <a:off x="8305026" y="5157192"/>
            <a:ext cx="3320298" cy="1043522"/>
          </a:xfrm>
          <a:prstGeom prst="rect">
            <a:avLst/>
          </a:prstGeom>
          <a:noFill/>
        </p:spPr>
      </p:pic>
    </p:spTree>
    <p:extLst>
      <p:ext uri="{BB962C8B-B14F-4D97-AF65-F5344CB8AC3E}">
        <p14:creationId xmlns:p14="http://schemas.microsoft.com/office/powerpoint/2010/main" val="591570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285710" y="142852"/>
            <a:ext cx="11620581" cy="725470"/>
          </a:xfrm>
        </p:spPr>
        <p:txBody>
          <a:bodyPr>
            <a:normAutofit/>
          </a:bodyPr>
          <a:lstStyle>
            <a:lvl1pPr algn="l">
              <a:defRPr sz="3600">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 2"/>
          <p:cNvSpPr>
            <a:spLocks noGrp="1"/>
          </p:cNvSpPr>
          <p:nvPr>
            <p:ph idx="1"/>
          </p:nvPr>
        </p:nvSpPr>
        <p:spPr>
          <a:xfrm>
            <a:off x="285710" y="1285861"/>
            <a:ext cx="11620581" cy="5085122"/>
          </a:xfrm>
        </p:spPr>
        <p:txBody>
          <a:bodyPr>
            <a:normAutofit/>
          </a:bodyPr>
          <a:lstStyle>
            <a:lvl1pPr marL="357188" indent="-357188">
              <a:buClr>
                <a:srgbClr val="C00000"/>
              </a:buClr>
              <a:buSzPct val="70000"/>
              <a:buFont typeface="ＭＳ Ｐゴシック" pitchFamily="50" charset="-128"/>
              <a:buChar char="▊"/>
              <a:defRPr sz="2000" baseline="0">
                <a:latin typeface="+mn-ea"/>
                <a:ea typeface="+mn-ea"/>
              </a:defRPr>
            </a:lvl1pPr>
            <a:lvl2pPr marL="712788" indent="-273050">
              <a:buClr>
                <a:srgbClr val="CC0C0C"/>
              </a:buClr>
              <a:buSzPct val="90000"/>
              <a:buFontTx/>
              <a:buBlip>
                <a:blip r:embed="rId2"/>
              </a:buBlip>
              <a:defRPr sz="1800" baseline="0">
                <a:latin typeface="+mn-ea"/>
                <a:ea typeface="+mn-ea"/>
              </a:defRPr>
            </a:lvl2pPr>
            <a:lvl3pPr marL="1079500" indent="-265113">
              <a:buClr>
                <a:srgbClr val="C00000"/>
              </a:buClr>
              <a:buSzPct val="80000"/>
              <a:buFont typeface="Wingdings" pitchFamily="2" charset="2"/>
              <a:buChar char="n"/>
              <a:defRPr sz="1600" baseline="0">
                <a:latin typeface="+mn-ea"/>
                <a:ea typeface="+mn-ea"/>
              </a:defRPr>
            </a:lvl3pPr>
            <a:lvl4pPr marL="1347788" indent="-228600">
              <a:buClr>
                <a:srgbClr val="CC0C0C"/>
              </a:buClr>
              <a:buSzPct val="90000"/>
              <a:buFont typeface="Wingdings" pitchFamily="2" charset="2"/>
              <a:buChar char="l"/>
              <a:defRPr sz="1400" baseline="0">
                <a:latin typeface="+mn-ea"/>
                <a:ea typeface="+mn-ea"/>
              </a:defRPr>
            </a:lvl4pPr>
            <a:lvl5pPr marL="1616075" indent="-228600">
              <a:buClr>
                <a:schemeClr val="tx1">
                  <a:lumMod val="65000"/>
                  <a:lumOff val="35000"/>
                </a:schemeClr>
              </a:buClr>
              <a:buSzPct val="80000"/>
              <a:buFontTx/>
              <a:buBlip>
                <a:blip r:embed="rId3"/>
              </a:buBlip>
              <a:defRPr sz="1800" baseline="0">
                <a:latin typeface="+mn-ea"/>
                <a:ea typeface="+mn-ea"/>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p:txBody>
      </p:sp>
      <p:sp>
        <p:nvSpPr>
          <p:cNvPr id="12" name="正方形/長方形 11"/>
          <p:cNvSpPr/>
          <p:nvPr/>
        </p:nvSpPr>
        <p:spPr>
          <a:xfrm>
            <a:off x="1428717" y="928671"/>
            <a:ext cx="2095515"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p:nvSpPr>
        <p:spPr>
          <a:xfrm>
            <a:off x="12658" y="928670"/>
            <a:ext cx="1416060" cy="142876"/>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p:nvSpPr>
        <p:spPr>
          <a:xfrm>
            <a:off x="2476475" y="1000109"/>
            <a:ext cx="2381267" cy="7143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3524233" y="928670"/>
            <a:ext cx="4000528" cy="71438"/>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p:cNvSpPr/>
          <p:nvPr/>
        </p:nvSpPr>
        <p:spPr>
          <a:xfrm>
            <a:off x="12658" y="1071547"/>
            <a:ext cx="844556"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p:cNvSpPr/>
          <p:nvPr/>
        </p:nvSpPr>
        <p:spPr>
          <a:xfrm>
            <a:off x="11036293" y="1000108"/>
            <a:ext cx="1143008"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p:cNvSpPr/>
          <p:nvPr/>
        </p:nvSpPr>
        <p:spPr>
          <a:xfrm>
            <a:off x="11988841" y="928671"/>
            <a:ext cx="190459" cy="7143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p:cNvSpPr/>
          <p:nvPr/>
        </p:nvSpPr>
        <p:spPr>
          <a:xfrm>
            <a:off x="1428717" y="928671"/>
            <a:ext cx="2095515"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p:cNvSpPr/>
          <p:nvPr/>
        </p:nvSpPr>
        <p:spPr>
          <a:xfrm>
            <a:off x="12658" y="928670"/>
            <a:ext cx="1416060" cy="142876"/>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p:cNvSpPr/>
          <p:nvPr/>
        </p:nvSpPr>
        <p:spPr>
          <a:xfrm>
            <a:off x="2476475" y="1000109"/>
            <a:ext cx="2381267" cy="7143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p:cNvSpPr/>
          <p:nvPr/>
        </p:nvSpPr>
        <p:spPr>
          <a:xfrm>
            <a:off x="3524233" y="928670"/>
            <a:ext cx="4000528" cy="71438"/>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p:cNvSpPr/>
          <p:nvPr/>
        </p:nvSpPr>
        <p:spPr>
          <a:xfrm>
            <a:off x="12658" y="1071547"/>
            <a:ext cx="844556"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p:cNvSpPr/>
          <p:nvPr/>
        </p:nvSpPr>
        <p:spPr>
          <a:xfrm>
            <a:off x="11036293" y="1000108"/>
            <a:ext cx="1143008"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p:cNvSpPr/>
          <p:nvPr/>
        </p:nvSpPr>
        <p:spPr>
          <a:xfrm>
            <a:off x="11988841" y="928671"/>
            <a:ext cx="190459" cy="7143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1604071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セクション見出し">
    <p:spTree>
      <p:nvGrpSpPr>
        <p:cNvPr id="1" name=""/>
        <p:cNvGrpSpPr/>
        <p:nvPr/>
      </p:nvGrpSpPr>
      <p:grpSpPr>
        <a:xfrm>
          <a:off x="0" y="0"/>
          <a:ext cx="0" cy="0"/>
          <a:chOff x="0" y="0"/>
          <a:chExt cx="0" cy="0"/>
        </a:xfrm>
      </p:grpSpPr>
      <p:sp>
        <p:nvSpPr>
          <p:cNvPr id="7" name="タイトル 1"/>
          <p:cNvSpPr>
            <a:spLocks noGrp="1"/>
          </p:cNvSpPr>
          <p:nvPr>
            <p:ph type="ctrTitle"/>
          </p:nvPr>
        </p:nvSpPr>
        <p:spPr>
          <a:xfrm>
            <a:off x="2000221" y="3127380"/>
            <a:ext cx="10001320" cy="1285883"/>
          </a:xfrm>
        </p:spPr>
        <p:txBody>
          <a:bodyPr anchor="b" anchorCtr="0">
            <a:normAutofit/>
          </a:bodyPr>
          <a:lstStyle>
            <a:lvl1pPr algn="r">
              <a:defRPr sz="4000">
                <a:latin typeface="+mn-ea"/>
                <a:ea typeface="+mn-ea"/>
              </a:defRPr>
            </a:lvl1pPr>
          </a:lstStyle>
          <a:p>
            <a:r>
              <a:rPr kumimoji="1" lang="ja-JP" altLang="en-US"/>
              <a:t>マスター タイトルの書式設定</a:t>
            </a:r>
            <a:endParaRPr kumimoji="1" lang="ja-JP" altLang="en-US" dirty="0"/>
          </a:p>
        </p:txBody>
      </p:sp>
      <p:sp>
        <p:nvSpPr>
          <p:cNvPr id="8" name="サブタイトル 2"/>
          <p:cNvSpPr>
            <a:spLocks noGrp="1"/>
          </p:cNvSpPr>
          <p:nvPr>
            <p:ph type="subTitle" idx="1"/>
          </p:nvPr>
        </p:nvSpPr>
        <p:spPr>
          <a:xfrm>
            <a:off x="3428981" y="5127643"/>
            <a:ext cx="8534400" cy="508001"/>
          </a:xfrm>
        </p:spPr>
        <p:txBody>
          <a:bodyPr/>
          <a:lstStyle>
            <a:lvl1pPr marL="0" indent="0" algn="r">
              <a:buNone/>
              <a:defRPr sz="2800">
                <a:solidFill>
                  <a:schemeClr val="tx1">
                    <a:tint val="75000"/>
                  </a:schemeClr>
                </a:solidFill>
                <a:latin typeface="+mn-ea"/>
                <a:ea typeface="+mn-e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endParaRPr kumimoji="1" lang="ja-JP" altLang="en-US" dirty="0"/>
          </a:p>
        </p:txBody>
      </p:sp>
      <p:sp>
        <p:nvSpPr>
          <p:cNvPr id="9" name="正方形/長方形 8"/>
          <p:cNvSpPr/>
          <p:nvPr/>
        </p:nvSpPr>
        <p:spPr>
          <a:xfrm>
            <a:off x="8166115" y="4484701"/>
            <a:ext cx="2209816"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p:nvSpPr>
        <p:spPr>
          <a:xfrm>
            <a:off x="10356880" y="4484700"/>
            <a:ext cx="1809720" cy="214314"/>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p:nvSpPr>
        <p:spPr>
          <a:xfrm>
            <a:off x="5213344" y="4591858"/>
            <a:ext cx="4591083"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p:cNvSpPr/>
          <p:nvPr/>
        </p:nvSpPr>
        <p:spPr>
          <a:xfrm>
            <a:off x="1974822" y="4484702"/>
            <a:ext cx="6191295"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p:nvSpPr>
        <p:spPr>
          <a:xfrm>
            <a:off x="7499360" y="4699014"/>
            <a:ext cx="2857520" cy="214314"/>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p:nvSpPr>
        <p:spPr>
          <a:xfrm>
            <a:off x="6451603" y="4699015"/>
            <a:ext cx="1047757"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10356880" y="4699015"/>
            <a:ext cx="1809720"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p:cNvSpPr/>
          <p:nvPr/>
        </p:nvSpPr>
        <p:spPr>
          <a:xfrm>
            <a:off x="10833134" y="4913329"/>
            <a:ext cx="762005"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スライド番号プレースホルダ 5"/>
          <p:cNvSpPr>
            <a:spLocks noGrp="1"/>
          </p:cNvSpPr>
          <p:nvPr>
            <p:ph type="sldNum" sz="quarter" idx="4"/>
          </p:nvPr>
        </p:nvSpPr>
        <p:spPr>
          <a:xfrm>
            <a:off x="285709" y="6429397"/>
            <a:ext cx="857256" cy="365125"/>
          </a:xfrm>
          <a:prstGeom prst="rect">
            <a:avLst/>
          </a:prstGeom>
        </p:spPr>
        <p:txBody>
          <a:bodyPr/>
          <a:lstStyle>
            <a:lvl1pPr algn="l">
              <a:defRPr/>
            </a:lvl1pPr>
          </a:lstStyle>
          <a:p>
            <a:fld id="{4C169CC0-D762-45DA-AAFE-26306989BF4D}" type="slidenum">
              <a:rPr kumimoji="1" lang="ja-JP" altLang="en-US" smtClean="0"/>
              <a:t>‹#›</a:t>
            </a:fld>
            <a:endParaRPr kumimoji="1" lang="ja-JP" altLang="en-US"/>
          </a:p>
        </p:txBody>
      </p:sp>
      <p:sp>
        <p:nvSpPr>
          <p:cNvPr id="17" name="正方形/長方形 16"/>
          <p:cNvSpPr/>
          <p:nvPr/>
        </p:nvSpPr>
        <p:spPr>
          <a:xfrm>
            <a:off x="8166115" y="4484701"/>
            <a:ext cx="2209816"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p:cNvSpPr/>
          <p:nvPr/>
        </p:nvSpPr>
        <p:spPr>
          <a:xfrm>
            <a:off x="10356880" y="4484700"/>
            <a:ext cx="1809720" cy="214314"/>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p:cNvSpPr/>
          <p:nvPr/>
        </p:nvSpPr>
        <p:spPr>
          <a:xfrm>
            <a:off x="5213344" y="4591858"/>
            <a:ext cx="4591083"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p:cNvSpPr/>
          <p:nvPr/>
        </p:nvSpPr>
        <p:spPr>
          <a:xfrm>
            <a:off x="1974822" y="4484702"/>
            <a:ext cx="6191295"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p:cNvSpPr/>
          <p:nvPr/>
        </p:nvSpPr>
        <p:spPr>
          <a:xfrm>
            <a:off x="7499360" y="4699014"/>
            <a:ext cx="2857520" cy="214314"/>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p:cNvSpPr/>
          <p:nvPr/>
        </p:nvSpPr>
        <p:spPr>
          <a:xfrm>
            <a:off x="6451603" y="4699015"/>
            <a:ext cx="1047757"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p:cNvSpPr/>
          <p:nvPr/>
        </p:nvSpPr>
        <p:spPr>
          <a:xfrm>
            <a:off x="10356880" y="4699015"/>
            <a:ext cx="1809720"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p:cNvSpPr/>
          <p:nvPr/>
        </p:nvSpPr>
        <p:spPr>
          <a:xfrm>
            <a:off x="10833134" y="4913329"/>
            <a:ext cx="762005"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91408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 つのコンテンツ">
    <p:spTree>
      <p:nvGrpSpPr>
        <p:cNvPr id="1" name=""/>
        <p:cNvGrpSpPr/>
        <p:nvPr/>
      </p:nvGrpSpPr>
      <p:grpSpPr>
        <a:xfrm>
          <a:off x="0" y="0"/>
          <a:ext cx="0" cy="0"/>
          <a:chOff x="0" y="0"/>
          <a:chExt cx="0" cy="0"/>
        </a:xfrm>
      </p:grpSpPr>
      <p:sp>
        <p:nvSpPr>
          <p:cNvPr id="8" name="タイトル 1"/>
          <p:cNvSpPr>
            <a:spLocks noGrp="1"/>
          </p:cNvSpPr>
          <p:nvPr>
            <p:ph type="title"/>
          </p:nvPr>
        </p:nvSpPr>
        <p:spPr>
          <a:xfrm>
            <a:off x="285710" y="142852"/>
            <a:ext cx="11620581" cy="725470"/>
          </a:xfrm>
        </p:spPr>
        <p:txBody>
          <a:bodyPr>
            <a:normAutofit/>
          </a:bodyPr>
          <a:lstStyle>
            <a:lvl1pPr algn="l">
              <a:defRPr sz="4000">
                <a:latin typeface="+mn-ea"/>
                <a:ea typeface="+mn-ea"/>
              </a:defRPr>
            </a:lvl1pPr>
          </a:lstStyle>
          <a:p>
            <a:r>
              <a:rPr kumimoji="1" lang="ja-JP" altLang="en-US"/>
              <a:t>マスター タイトルの書式設定</a:t>
            </a:r>
            <a:endParaRPr kumimoji="1" lang="ja-JP" altLang="en-US" dirty="0"/>
          </a:p>
        </p:txBody>
      </p:sp>
      <p:sp>
        <p:nvSpPr>
          <p:cNvPr id="9" name="正方形/長方形 8"/>
          <p:cNvSpPr/>
          <p:nvPr/>
        </p:nvSpPr>
        <p:spPr>
          <a:xfrm>
            <a:off x="1428717" y="928671"/>
            <a:ext cx="2095515"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p:nvSpPr>
        <p:spPr>
          <a:xfrm>
            <a:off x="12658" y="928670"/>
            <a:ext cx="1416060" cy="142876"/>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p:nvSpPr>
        <p:spPr>
          <a:xfrm>
            <a:off x="2476475" y="1000109"/>
            <a:ext cx="2381267" cy="7143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p:cNvSpPr/>
          <p:nvPr/>
        </p:nvSpPr>
        <p:spPr>
          <a:xfrm>
            <a:off x="3524233" y="928670"/>
            <a:ext cx="4000528" cy="71438"/>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p:nvSpPr>
        <p:spPr>
          <a:xfrm>
            <a:off x="12658" y="1071547"/>
            <a:ext cx="844556"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p:nvSpPr>
        <p:spPr>
          <a:xfrm>
            <a:off x="11036293" y="1000108"/>
            <a:ext cx="1143008"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11988841" y="928671"/>
            <a:ext cx="190459" cy="7143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コンテンツ プレースホルダ 2"/>
          <p:cNvSpPr>
            <a:spLocks noGrp="1"/>
          </p:cNvSpPr>
          <p:nvPr>
            <p:ph idx="13"/>
          </p:nvPr>
        </p:nvSpPr>
        <p:spPr>
          <a:xfrm>
            <a:off x="285710" y="1285861"/>
            <a:ext cx="5619789" cy="4840303"/>
          </a:xfrm>
        </p:spPr>
        <p:txBody>
          <a:bodyPr/>
          <a:lstStyle>
            <a:lvl1pPr marL="357188" indent="-357188">
              <a:buClr>
                <a:srgbClr val="000000"/>
              </a:buClr>
              <a:buSzPct val="70000"/>
              <a:buFont typeface="ＭＳ Ｐゴシック" pitchFamily="50" charset="-128"/>
              <a:buChar char="▊"/>
              <a:defRPr sz="2800" baseline="0">
                <a:latin typeface="+mn-ea"/>
                <a:ea typeface="+mn-ea"/>
              </a:defRPr>
            </a:lvl1pPr>
            <a:lvl2pPr marL="712788" indent="-273050">
              <a:buClr>
                <a:srgbClr val="CC0C0C"/>
              </a:buClr>
              <a:buSzPct val="90000"/>
              <a:buFontTx/>
              <a:buBlip>
                <a:blip r:embed="rId2"/>
              </a:buBlip>
              <a:defRPr sz="2400" baseline="0">
                <a:latin typeface="+mn-ea"/>
                <a:ea typeface="+mn-ea"/>
              </a:defRPr>
            </a:lvl2pPr>
            <a:lvl3pPr marL="1079500" indent="-265113">
              <a:buClr>
                <a:schemeClr val="tx1">
                  <a:lumMod val="75000"/>
                  <a:lumOff val="25000"/>
                </a:schemeClr>
              </a:buClr>
              <a:buSzPct val="80000"/>
              <a:buFont typeface="Wingdings" pitchFamily="2" charset="2"/>
              <a:buChar char="n"/>
              <a:defRPr sz="2000" baseline="0">
                <a:latin typeface="+mn-ea"/>
                <a:ea typeface="+mn-ea"/>
              </a:defRPr>
            </a:lvl3pPr>
            <a:lvl4pPr marL="1347788" indent="-228600">
              <a:buClr>
                <a:srgbClr val="CC0C0C"/>
              </a:buClr>
              <a:buSzPct val="90000"/>
              <a:buFont typeface="Wingdings" pitchFamily="2" charset="2"/>
              <a:buChar char="l"/>
              <a:defRPr sz="1800" baseline="0">
                <a:latin typeface="+mn-ea"/>
                <a:ea typeface="+mn-ea"/>
              </a:defRPr>
            </a:lvl4pPr>
            <a:lvl5pPr marL="1616075" indent="-228600">
              <a:buClr>
                <a:schemeClr val="tx1">
                  <a:lumMod val="65000"/>
                  <a:lumOff val="35000"/>
                </a:schemeClr>
              </a:buClr>
              <a:buSzPct val="80000"/>
              <a:buFontTx/>
              <a:buBlip>
                <a:blip r:embed="rId3"/>
              </a:buBlip>
              <a:defRPr sz="1800" baseline="0">
                <a:latin typeface="+mn-ea"/>
                <a:ea typeface="+mn-ea"/>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8" name="コンテンツ プレースホルダ 2"/>
          <p:cNvSpPr>
            <a:spLocks noGrp="1"/>
          </p:cNvSpPr>
          <p:nvPr>
            <p:ph idx="14"/>
          </p:nvPr>
        </p:nvSpPr>
        <p:spPr>
          <a:xfrm>
            <a:off x="6286502" y="1285861"/>
            <a:ext cx="5619789" cy="4840303"/>
          </a:xfrm>
        </p:spPr>
        <p:txBody>
          <a:bodyPr/>
          <a:lstStyle>
            <a:lvl1pPr marL="357188" indent="-357188">
              <a:buClr>
                <a:srgbClr val="000000"/>
              </a:buClr>
              <a:buSzPct val="70000"/>
              <a:buFont typeface="ＭＳ Ｐゴシック" pitchFamily="50" charset="-128"/>
              <a:buChar char="▊"/>
              <a:defRPr sz="2800" baseline="0">
                <a:latin typeface="+mn-ea"/>
                <a:ea typeface="+mn-ea"/>
              </a:defRPr>
            </a:lvl1pPr>
            <a:lvl2pPr marL="712788" indent="-273050">
              <a:buClr>
                <a:srgbClr val="CC0C0C"/>
              </a:buClr>
              <a:buSzPct val="90000"/>
              <a:buFontTx/>
              <a:buBlip>
                <a:blip r:embed="rId2"/>
              </a:buBlip>
              <a:defRPr sz="2400" baseline="0">
                <a:latin typeface="+mn-ea"/>
                <a:ea typeface="+mn-ea"/>
              </a:defRPr>
            </a:lvl2pPr>
            <a:lvl3pPr marL="1079500" indent="-265113">
              <a:buClr>
                <a:schemeClr val="tx1">
                  <a:lumMod val="75000"/>
                  <a:lumOff val="25000"/>
                </a:schemeClr>
              </a:buClr>
              <a:buSzPct val="80000"/>
              <a:buFont typeface="Wingdings" pitchFamily="2" charset="2"/>
              <a:buChar char="n"/>
              <a:defRPr sz="2000" baseline="0">
                <a:latin typeface="+mn-ea"/>
                <a:ea typeface="+mn-ea"/>
              </a:defRPr>
            </a:lvl3pPr>
            <a:lvl4pPr marL="1347788" indent="-228600">
              <a:buClr>
                <a:srgbClr val="CC0C0C"/>
              </a:buClr>
              <a:buSzPct val="90000"/>
              <a:buFont typeface="Wingdings" pitchFamily="2" charset="2"/>
              <a:buChar char="l"/>
              <a:defRPr sz="1800" baseline="0">
                <a:latin typeface="+mn-ea"/>
                <a:ea typeface="+mn-ea"/>
              </a:defRPr>
            </a:lvl4pPr>
            <a:lvl5pPr marL="1616075" indent="-228600">
              <a:buClr>
                <a:schemeClr val="tx1">
                  <a:lumMod val="65000"/>
                  <a:lumOff val="35000"/>
                </a:schemeClr>
              </a:buClr>
              <a:buSzPct val="80000"/>
              <a:buFontTx/>
              <a:buBlip>
                <a:blip r:embed="rId3"/>
              </a:buBlip>
              <a:defRPr sz="1800" baseline="0">
                <a:latin typeface="+mn-ea"/>
                <a:ea typeface="+mn-ea"/>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20" name="スライド番号プレースホルダ 5"/>
          <p:cNvSpPr>
            <a:spLocks noGrp="1"/>
          </p:cNvSpPr>
          <p:nvPr>
            <p:ph type="sldNum" sz="quarter" idx="4"/>
          </p:nvPr>
        </p:nvSpPr>
        <p:spPr>
          <a:xfrm>
            <a:off x="285709" y="6429397"/>
            <a:ext cx="857256" cy="365125"/>
          </a:xfrm>
          <a:prstGeom prst="rect">
            <a:avLst/>
          </a:prstGeom>
        </p:spPr>
        <p:txBody>
          <a:bodyPr/>
          <a:lstStyle>
            <a:lvl1pPr algn="l">
              <a:defRPr/>
            </a:lvl1pPr>
          </a:lstStyle>
          <a:p>
            <a:fld id="{4C169CC0-D762-45DA-AAFE-26306989BF4D}" type="slidenum">
              <a:rPr kumimoji="1" lang="ja-JP" altLang="en-US" smtClean="0"/>
              <a:t>‹#›</a:t>
            </a:fld>
            <a:endParaRPr kumimoji="1" lang="ja-JP" altLang="en-US"/>
          </a:p>
        </p:txBody>
      </p:sp>
      <p:sp>
        <p:nvSpPr>
          <p:cNvPr id="16" name="正方形/長方形 15"/>
          <p:cNvSpPr/>
          <p:nvPr/>
        </p:nvSpPr>
        <p:spPr>
          <a:xfrm>
            <a:off x="1428717" y="928671"/>
            <a:ext cx="2095515"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p:cNvSpPr/>
          <p:nvPr/>
        </p:nvSpPr>
        <p:spPr>
          <a:xfrm>
            <a:off x="12658" y="928670"/>
            <a:ext cx="1416060" cy="142876"/>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p:cNvSpPr/>
          <p:nvPr/>
        </p:nvSpPr>
        <p:spPr>
          <a:xfrm>
            <a:off x="2476475" y="1000109"/>
            <a:ext cx="2381267" cy="7143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p:cNvSpPr/>
          <p:nvPr/>
        </p:nvSpPr>
        <p:spPr>
          <a:xfrm>
            <a:off x="3524233" y="928670"/>
            <a:ext cx="4000528" cy="71438"/>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p:cNvSpPr/>
          <p:nvPr/>
        </p:nvSpPr>
        <p:spPr>
          <a:xfrm>
            <a:off x="12658" y="1071547"/>
            <a:ext cx="844556"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p:cNvSpPr/>
          <p:nvPr/>
        </p:nvSpPr>
        <p:spPr>
          <a:xfrm>
            <a:off x="11036293" y="1000108"/>
            <a:ext cx="1143008"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p:cNvSpPr/>
          <p:nvPr/>
        </p:nvSpPr>
        <p:spPr>
          <a:xfrm>
            <a:off x="11988841" y="928671"/>
            <a:ext cx="190459" cy="7143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3427559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p>
        </p:txBody>
      </p:sp>
      <p:sp>
        <p:nvSpPr>
          <p:cNvPr id="3" name="テキスト プレースホルダ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 6"/>
          <p:cNvSpPr>
            <a:spLocks noGrp="1"/>
          </p:cNvSpPr>
          <p:nvPr>
            <p:ph type="dt" sz="half" idx="10"/>
          </p:nvPr>
        </p:nvSpPr>
        <p:spPr>
          <a:xfrm>
            <a:off x="609600" y="6356351"/>
            <a:ext cx="2844800" cy="365125"/>
          </a:xfrm>
          <a:prstGeom prst="rect">
            <a:avLst/>
          </a:prstGeom>
        </p:spPr>
        <p:txBody>
          <a:bodyPr/>
          <a:lstStyle/>
          <a:p>
            <a:fld id="{1EDC9CEA-8353-49A9-A8B0-BEB697459307}" type="datetimeFigureOut">
              <a:rPr kumimoji="1" lang="ja-JP" altLang="en-US" smtClean="0"/>
              <a:t>2026/2/18</a:t>
            </a:fld>
            <a:endParaRPr kumimoji="1" lang="ja-JP" altLang="en-US"/>
          </a:p>
        </p:txBody>
      </p:sp>
      <p:sp>
        <p:nvSpPr>
          <p:cNvPr id="8" name="フッター プレースホルダ 7"/>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
        <p:nvSpPr>
          <p:cNvPr id="9" name="スライド番号プレースホルダ 8"/>
          <p:cNvSpPr>
            <a:spLocks noGrp="1"/>
          </p:cNvSpPr>
          <p:nvPr>
            <p:ph type="sldNum" sz="quarter" idx="12"/>
          </p:nvPr>
        </p:nvSpPr>
        <p:spPr>
          <a:xfrm>
            <a:off x="8737600" y="6356351"/>
            <a:ext cx="2844800" cy="365125"/>
          </a:xfrm>
          <a:prstGeom prst="rect">
            <a:avLst/>
          </a:prstGeom>
        </p:spPr>
        <p:txBody>
          <a:bodyPr/>
          <a:lstStyle/>
          <a:p>
            <a:fld id="{4C169CC0-D762-45DA-AAFE-26306989BF4D}" type="slidenum">
              <a:rPr kumimoji="1" lang="ja-JP" altLang="en-US" smtClean="0"/>
              <a:t>‹#›</a:t>
            </a:fld>
            <a:endParaRPr kumimoji="1" lang="ja-JP" altLang="en-US"/>
          </a:p>
        </p:txBody>
      </p:sp>
    </p:spTree>
    <p:extLst>
      <p:ext uri="{BB962C8B-B14F-4D97-AF65-F5344CB8AC3E}">
        <p14:creationId xmlns:p14="http://schemas.microsoft.com/office/powerpoint/2010/main" val="2729873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 2"/>
          <p:cNvSpPr>
            <a:spLocks noGrp="1"/>
          </p:cNvSpPr>
          <p:nvPr>
            <p:ph type="dt" sz="half" idx="10"/>
          </p:nvPr>
        </p:nvSpPr>
        <p:spPr>
          <a:xfrm>
            <a:off x="609600" y="6356351"/>
            <a:ext cx="2844800" cy="365125"/>
          </a:xfrm>
          <a:prstGeom prst="rect">
            <a:avLst/>
          </a:prstGeom>
        </p:spPr>
        <p:txBody>
          <a:bodyPr/>
          <a:lstStyle/>
          <a:p>
            <a:fld id="{1EDC9CEA-8353-49A9-A8B0-BEB697459307}" type="datetimeFigureOut">
              <a:rPr kumimoji="1" lang="ja-JP" altLang="en-US" smtClean="0"/>
              <a:t>2026/2/18</a:t>
            </a:fld>
            <a:endParaRPr kumimoji="1" lang="ja-JP" altLang="en-US"/>
          </a:p>
        </p:txBody>
      </p:sp>
      <p:sp>
        <p:nvSpPr>
          <p:cNvPr id="4" name="フッター プレースホルダ 3"/>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
        <p:nvSpPr>
          <p:cNvPr id="5" name="スライド番号プレースホルダ 4"/>
          <p:cNvSpPr>
            <a:spLocks noGrp="1"/>
          </p:cNvSpPr>
          <p:nvPr>
            <p:ph type="sldNum" sz="quarter" idx="12"/>
          </p:nvPr>
        </p:nvSpPr>
        <p:spPr>
          <a:xfrm>
            <a:off x="8737600" y="6356351"/>
            <a:ext cx="2844800" cy="365125"/>
          </a:xfrm>
          <a:prstGeom prst="rect">
            <a:avLst/>
          </a:prstGeom>
        </p:spPr>
        <p:txBody>
          <a:bodyPr/>
          <a:lstStyle/>
          <a:p>
            <a:fld id="{4C169CC0-D762-45DA-AAFE-26306989BF4D}" type="slidenum">
              <a:rPr kumimoji="1" lang="ja-JP" altLang="en-US" smtClean="0"/>
              <a:t>‹#›</a:t>
            </a:fld>
            <a:endParaRPr kumimoji="1" lang="ja-JP" altLang="en-US"/>
          </a:p>
        </p:txBody>
      </p:sp>
    </p:spTree>
    <p:extLst>
      <p:ext uri="{BB962C8B-B14F-4D97-AF65-F5344CB8AC3E}">
        <p14:creationId xmlns:p14="http://schemas.microsoft.com/office/powerpoint/2010/main" val="31056479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a:xfrm>
            <a:off x="609600" y="6356351"/>
            <a:ext cx="2844800" cy="365125"/>
          </a:xfrm>
          <a:prstGeom prst="rect">
            <a:avLst/>
          </a:prstGeom>
        </p:spPr>
        <p:txBody>
          <a:bodyPr/>
          <a:lstStyle/>
          <a:p>
            <a:fld id="{1EDC9CEA-8353-49A9-A8B0-BEB697459307}" type="datetimeFigureOut">
              <a:rPr kumimoji="1" lang="ja-JP" altLang="en-US" smtClean="0"/>
              <a:t>2026/2/18</a:t>
            </a:fld>
            <a:endParaRPr kumimoji="1" lang="ja-JP" altLang="en-US"/>
          </a:p>
        </p:txBody>
      </p:sp>
      <p:sp>
        <p:nvSpPr>
          <p:cNvPr id="3" name="フッター プレースホルダ 2"/>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
        <p:nvSpPr>
          <p:cNvPr id="4" name="スライド番号プレースホルダ 3"/>
          <p:cNvSpPr>
            <a:spLocks noGrp="1"/>
          </p:cNvSpPr>
          <p:nvPr>
            <p:ph type="sldNum" sz="quarter" idx="12"/>
          </p:nvPr>
        </p:nvSpPr>
        <p:spPr>
          <a:xfrm>
            <a:off x="8737600" y="6356351"/>
            <a:ext cx="2844800" cy="365125"/>
          </a:xfrm>
          <a:prstGeom prst="rect">
            <a:avLst/>
          </a:prstGeom>
        </p:spPr>
        <p:txBody>
          <a:bodyPr/>
          <a:lstStyle/>
          <a:p>
            <a:fld id="{4C169CC0-D762-45DA-AAFE-26306989BF4D}" type="slidenum">
              <a:rPr kumimoji="1" lang="ja-JP" altLang="en-US" smtClean="0"/>
              <a:t>‹#›</a:t>
            </a:fld>
            <a:endParaRPr kumimoji="1" lang="ja-JP" altLang="en-US"/>
          </a:p>
        </p:txBody>
      </p:sp>
    </p:spTree>
    <p:extLst>
      <p:ext uri="{BB962C8B-B14F-4D97-AF65-F5344CB8AC3E}">
        <p14:creationId xmlns:p14="http://schemas.microsoft.com/office/powerpoint/2010/main" val="32891984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1"/>
            </a:lvl1pPr>
          </a:lstStyle>
          <a:p>
            <a:r>
              <a:rPr kumimoji="1" lang="ja-JP" altLang="en-US"/>
              <a:t>マスター タイトルの書式設定</a:t>
            </a:r>
          </a:p>
        </p:txBody>
      </p:sp>
      <p:sp>
        <p:nvSpPr>
          <p:cNvPr id="3" name="コンテンツ プレースホルダ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1EDC9CEA-8353-49A9-A8B0-BEB697459307}" type="datetimeFigureOut">
              <a:rPr kumimoji="1" lang="ja-JP" altLang="en-US" smtClean="0"/>
              <a:t>2026/2/18</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
        <p:nvSpPr>
          <p:cNvPr id="7" name="スライド番号プレースホルダ 6"/>
          <p:cNvSpPr>
            <a:spLocks noGrp="1"/>
          </p:cNvSpPr>
          <p:nvPr>
            <p:ph type="sldNum" sz="quarter" idx="12"/>
          </p:nvPr>
        </p:nvSpPr>
        <p:spPr>
          <a:xfrm>
            <a:off x="8737600" y="6356351"/>
            <a:ext cx="2844800" cy="365125"/>
          </a:xfrm>
          <a:prstGeom prst="rect">
            <a:avLst/>
          </a:prstGeom>
        </p:spPr>
        <p:txBody>
          <a:bodyPr/>
          <a:lstStyle/>
          <a:p>
            <a:fld id="{4C169CC0-D762-45DA-AAFE-26306989BF4D}" type="slidenum">
              <a:rPr kumimoji="1" lang="ja-JP" altLang="en-US" smtClean="0"/>
              <a:t>‹#›</a:t>
            </a:fld>
            <a:endParaRPr kumimoji="1" lang="ja-JP" altLang="en-US"/>
          </a:p>
        </p:txBody>
      </p:sp>
    </p:spTree>
    <p:extLst>
      <p:ext uri="{BB962C8B-B14F-4D97-AF65-F5344CB8AC3E}">
        <p14:creationId xmlns:p14="http://schemas.microsoft.com/office/powerpoint/2010/main" val="13753713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1"/>
            </a:lvl1pPr>
          </a:lstStyle>
          <a:p>
            <a:r>
              <a:rPr kumimoji="1" lang="ja-JP" altLang="en-US"/>
              <a:t>マスター タイトルの書式設定</a:t>
            </a:r>
          </a:p>
        </p:txBody>
      </p:sp>
      <p:sp>
        <p:nvSpPr>
          <p:cNvPr id="3" name="図プレースホルダ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1EDC9CEA-8353-49A9-A8B0-BEB697459307}" type="datetimeFigureOut">
              <a:rPr kumimoji="1" lang="ja-JP" altLang="en-US" smtClean="0"/>
              <a:t>2026/2/18</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
        <p:nvSpPr>
          <p:cNvPr id="7" name="スライド番号プレースホルダ 6"/>
          <p:cNvSpPr>
            <a:spLocks noGrp="1"/>
          </p:cNvSpPr>
          <p:nvPr>
            <p:ph type="sldNum" sz="quarter" idx="12"/>
          </p:nvPr>
        </p:nvSpPr>
        <p:spPr>
          <a:xfrm>
            <a:off x="8737600" y="6356351"/>
            <a:ext cx="2844800" cy="365125"/>
          </a:xfrm>
          <a:prstGeom prst="rect">
            <a:avLst/>
          </a:prstGeom>
        </p:spPr>
        <p:txBody>
          <a:bodyPr/>
          <a:lstStyle/>
          <a:p>
            <a:fld id="{4C169CC0-D762-45DA-AAFE-26306989BF4D}" type="slidenum">
              <a:rPr kumimoji="1" lang="ja-JP" altLang="en-US" smtClean="0"/>
              <a:t>‹#›</a:t>
            </a:fld>
            <a:endParaRPr kumimoji="1" lang="ja-JP" altLang="en-US"/>
          </a:p>
        </p:txBody>
      </p:sp>
    </p:spTree>
    <p:extLst>
      <p:ext uri="{BB962C8B-B14F-4D97-AF65-F5344CB8AC3E}">
        <p14:creationId xmlns:p14="http://schemas.microsoft.com/office/powerpoint/2010/main" val="41612683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1EDC9CEA-8353-49A9-A8B0-BEB697459307}" type="datetimeFigureOut">
              <a:rPr kumimoji="1" lang="ja-JP" altLang="en-US" smtClean="0"/>
              <a:t>2026/2/18</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
        <p:nvSpPr>
          <p:cNvPr id="6" name="スライド番号プレースホルダ 5"/>
          <p:cNvSpPr>
            <a:spLocks noGrp="1"/>
          </p:cNvSpPr>
          <p:nvPr>
            <p:ph type="sldNum" sz="quarter" idx="12"/>
          </p:nvPr>
        </p:nvSpPr>
        <p:spPr>
          <a:xfrm>
            <a:off x="8737600" y="6356351"/>
            <a:ext cx="2844800" cy="365125"/>
          </a:xfrm>
          <a:prstGeom prst="rect">
            <a:avLst/>
          </a:prstGeom>
        </p:spPr>
        <p:txBody>
          <a:bodyPr/>
          <a:lstStyle/>
          <a:p>
            <a:fld id="{4C169CC0-D762-45DA-AAFE-26306989BF4D}" type="slidenum">
              <a:rPr kumimoji="1" lang="ja-JP" altLang="en-US" smtClean="0"/>
              <a:t>‹#›</a:t>
            </a:fld>
            <a:endParaRPr kumimoji="1" lang="ja-JP" altLang="en-US"/>
          </a:p>
        </p:txBody>
      </p:sp>
    </p:spTree>
    <p:extLst>
      <p:ext uri="{BB962C8B-B14F-4D97-AF65-F5344CB8AC3E}">
        <p14:creationId xmlns:p14="http://schemas.microsoft.com/office/powerpoint/2010/main" val="1360270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839200" y="274639"/>
            <a:ext cx="2743200" cy="5851525"/>
          </a:xfrm>
        </p:spPr>
        <p:txBody>
          <a:bodyPr vert="eaVert"/>
          <a:lstStyle/>
          <a:p>
            <a:r>
              <a:rPr kumimoji="1" lang="ja-JP" altLang="en-US"/>
              <a:t>マスター タイトルの書式設定</a:t>
            </a:r>
          </a:p>
        </p:txBody>
      </p:sp>
      <p:sp>
        <p:nvSpPr>
          <p:cNvPr id="3" name="縦書きテキスト プレースホルダ 2"/>
          <p:cNvSpPr>
            <a:spLocks noGrp="1"/>
          </p:cNvSpPr>
          <p:nvPr>
            <p:ph type="body" orient="vert" idx="1"/>
          </p:nvPr>
        </p:nvSpPr>
        <p:spPr>
          <a:xfrm>
            <a:off x="609600" y="274639"/>
            <a:ext cx="8026400" cy="5851525"/>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1EDC9CEA-8353-49A9-A8B0-BEB697459307}" type="datetimeFigureOut">
              <a:rPr kumimoji="1" lang="ja-JP" altLang="en-US" smtClean="0"/>
              <a:t>2026/2/18</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
        <p:nvSpPr>
          <p:cNvPr id="6" name="スライド番号プレースホルダ 5"/>
          <p:cNvSpPr>
            <a:spLocks noGrp="1"/>
          </p:cNvSpPr>
          <p:nvPr>
            <p:ph type="sldNum" sz="quarter" idx="12"/>
          </p:nvPr>
        </p:nvSpPr>
        <p:spPr>
          <a:xfrm>
            <a:off x="8737600" y="6356351"/>
            <a:ext cx="2844800" cy="365125"/>
          </a:xfrm>
          <a:prstGeom prst="rect">
            <a:avLst/>
          </a:prstGeom>
        </p:spPr>
        <p:txBody>
          <a:bodyPr/>
          <a:lstStyle/>
          <a:p>
            <a:fld id="{4C169CC0-D762-45DA-AAFE-26306989BF4D}" type="slidenum">
              <a:rPr kumimoji="1" lang="ja-JP" altLang="en-US" smtClean="0"/>
              <a:t>‹#›</a:t>
            </a:fld>
            <a:endParaRPr kumimoji="1" lang="ja-JP" altLang="en-US"/>
          </a:p>
        </p:txBody>
      </p:sp>
    </p:spTree>
    <p:extLst>
      <p:ext uri="{BB962C8B-B14F-4D97-AF65-F5344CB8AC3E}">
        <p14:creationId xmlns:p14="http://schemas.microsoft.com/office/powerpoint/2010/main" val="21342759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セクション見出し">
    <p:spTree>
      <p:nvGrpSpPr>
        <p:cNvPr id="1" name=""/>
        <p:cNvGrpSpPr/>
        <p:nvPr/>
      </p:nvGrpSpPr>
      <p:grpSpPr>
        <a:xfrm>
          <a:off x="0" y="0"/>
          <a:ext cx="0" cy="0"/>
          <a:chOff x="0" y="0"/>
          <a:chExt cx="0" cy="0"/>
        </a:xfrm>
      </p:grpSpPr>
      <p:sp>
        <p:nvSpPr>
          <p:cNvPr id="7" name="タイトル 1"/>
          <p:cNvSpPr>
            <a:spLocks noGrp="1"/>
          </p:cNvSpPr>
          <p:nvPr>
            <p:ph type="ctrTitle"/>
          </p:nvPr>
        </p:nvSpPr>
        <p:spPr>
          <a:xfrm>
            <a:off x="2000221" y="3127380"/>
            <a:ext cx="10001320" cy="1285883"/>
          </a:xfrm>
        </p:spPr>
        <p:txBody>
          <a:bodyPr anchor="b" anchorCtr="0">
            <a:normAutofit/>
          </a:bodyPr>
          <a:lstStyle>
            <a:lvl1pPr algn="r">
              <a:defRPr sz="4000">
                <a:latin typeface="MS UI Gothic" pitchFamily="50" charset="-128"/>
                <a:ea typeface="MS UI Gothic" pitchFamily="50" charset="-128"/>
              </a:defRPr>
            </a:lvl1pPr>
          </a:lstStyle>
          <a:p>
            <a:r>
              <a:rPr kumimoji="1" lang="ja-JP" altLang="en-US"/>
              <a:t>マスター タイトルの書式設定</a:t>
            </a:r>
            <a:endParaRPr kumimoji="1" lang="ja-JP" altLang="en-US" dirty="0"/>
          </a:p>
        </p:txBody>
      </p:sp>
      <p:sp>
        <p:nvSpPr>
          <p:cNvPr id="8" name="サブタイトル 2"/>
          <p:cNvSpPr>
            <a:spLocks noGrp="1"/>
          </p:cNvSpPr>
          <p:nvPr>
            <p:ph type="subTitle" idx="1"/>
          </p:nvPr>
        </p:nvSpPr>
        <p:spPr>
          <a:xfrm>
            <a:off x="3428981" y="5127643"/>
            <a:ext cx="8534400" cy="508001"/>
          </a:xfrm>
        </p:spPr>
        <p:txBody>
          <a:bodyPr/>
          <a:lstStyle>
            <a:lvl1pPr marL="0" indent="0" algn="r">
              <a:buNone/>
              <a:defRPr sz="2800">
                <a:solidFill>
                  <a:schemeClr val="tx1">
                    <a:tint val="75000"/>
                  </a:schemeClr>
                </a:solidFill>
                <a:latin typeface="MS UI Gothic" pitchFamily="50" charset="-128"/>
                <a:ea typeface="MS UI Gothic" pitchFamily="50" charset="-128"/>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endParaRPr kumimoji="1" lang="ja-JP" altLang="en-US" dirty="0"/>
          </a:p>
        </p:txBody>
      </p:sp>
      <p:sp>
        <p:nvSpPr>
          <p:cNvPr id="9" name="正方形/長方形 8"/>
          <p:cNvSpPr/>
          <p:nvPr/>
        </p:nvSpPr>
        <p:spPr>
          <a:xfrm>
            <a:off x="8166115" y="4484701"/>
            <a:ext cx="2209816"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p:nvSpPr>
        <p:spPr>
          <a:xfrm>
            <a:off x="10356880" y="4484700"/>
            <a:ext cx="1809720" cy="214314"/>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p:nvSpPr>
        <p:spPr>
          <a:xfrm>
            <a:off x="5213344" y="4591858"/>
            <a:ext cx="4591083"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p:cNvSpPr/>
          <p:nvPr/>
        </p:nvSpPr>
        <p:spPr>
          <a:xfrm>
            <a:off x="1974822" y="4484702"/>
            <a:ext cx="6191295"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p:nvSpPr>
        <p:spPr>
          <a:xfrm>
            <a:off x="7499360" y="4699014"/>
            <a:ext cx="2857520" cy="214314"/>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p:nvSpPr>
        <p:spPr>
          <a:xfrm>
            <a:off x="6451603" y="4699015"/>
            <a:ext cx="1047757"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10356880" y="4699015"/>
            <a:ext cx="1809720"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p:cNvSpPr/>
          <p:nvPr/>
        </p:nvSpPr>
        <p:spPr>
          <a:xfrm>
            <a:off x="10833134" y="4913329"/>
            <a:ext cx="762005"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スライド番号プレースホルダ 5"/>
          <p:cNvSpPr>
            <a:spLocks noGrp="1"/>
          </p:cNvSpPr>
          <p:nvPr>
            <p:ph type="sldNum" sz="quarter" idx="4"/>
          </p:nvPr>
        </p:nvSpPr>
        <p:spPr>
          <a:xfrm>
            <a:off x="285709" y="6429397"/>
            <a:ext cx="857256" cy="365125"/>
          </a:xfrm>
          <a:prstGeom prst="rect">
            <a:avLst/>
          </a:prstGeom>
        </p:spPr>
        <p:txBody>
          <a:bodyPr/>
          <a:lstStyle>
            <a:lvl1pPr algn="l">
              <a:defRPr/>
            </a:lvl1pPr>
          </a:lstStyle>
          <a:p>
            <a:fld id="{4C169CC0-D762-45DA-AAFE-26306989BF4D}" type="slidenum">
              <a:rPr kumimoji="1" lang="ja-JP" altLang="en-US" smtClean="0"/>
              <a:t>‹#›</a:t>
            </a:fld>
            <a:endParaRPr kumimoji="1" lang="ja-JP" altLang="en-US"/>
          </a:p>
        </p:txBody>
      </p:sp>
    </p:spTree>
    <p:extLst>
      <p:ext uri="{BB962C8B-B14F-4D97-AF65-F5344CB8AC3E}">
        <p14:creationId xmlns:p14="http://schemas.microsoft.com/office/powerpoint/2010/main" val="40018745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2 つのコンテンツ">
    <p:spTree>
      <p:nvGrpSpPr>
        <p:cNvPr id="1" name=""/>
        <p:cNvGrpSpPr/>
        <p:nvPr/>
      </p:nvGrpSpPr>
      <p:grpSpPr>
        <a:xfrm>
          <a:off x="0" y="0"/>
          <a:ext cx="0" cy="0"/>
          <a:chOff x="0" y="0"/>
          <a:chExt cx="0" cy="0"/>
        </a:xfrm>
      </p:grpSpPr>
      <p:sp>
        <p:nvSpPr>
          <p:cNvPr id="8" name="タイトル 1"/>
          <p:cNvSpPr>
            <a:spLocks noGrp="1"/>
          </p:cNvSpPr>
          <p:nvPr>
            <p:ph type="title"/>
          </p:nvPr>
        </p:nvSpPr>
        <p:spPr>
          <a:xfrm>
            <a:off x="285710" y="142852"/>
            <a:ext cx="11620581" cy="725470"/>
          </a:xfrm>
        </p:spPr>
        <p:txBody>
          <a:bodyPr>
            <a:normAutofit/>
          </a:bodyPr>
          <a:lstStyle>
            <a:lvl1pPr algn="l">
              <a:defRPr sz="4000">
                <a:latin typeface="MS UI Gothic" pitchFamily="50" charset="-128"/>
                <a:ea typeface="MS UI Gothic" pitchFamily="50" charset="-128"/>
              </a:defRPr>
            </a:lvl1pPr>
          </a:lstStyle>
          <a:p>
            <a:r>
              <a:rPr kumimoji="1" lang="ja-JP" altLang="en-US"/>
              <a:t>マスター タイトルの書式設定</a:t>
            </a:r>
            <a:endParaRPr kumimoji="1" lang="ja-JP" altLang="en-US" dirty="0"/>
          </a:p>
        </p:txBody>
      </p:sp>
      <p:sp>
        <p:nvSpPr>
          <p:cNvPr id="9" name="正方形/長方形 8"/>
          <p:cNvSpPr/>
          <p:nvPr/>
        </p:nvSpPr>
        <p:spPr>
          <a:xfrm>
            <a:off x="1428717" y="928671"/>
            <a:ext cx="2095515"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p:nvSpPr>
        <p:spPr>
          <a:xfrm>
            <a:off x="12658" y="928670"/>
            <a:ext cx="1416060" cy="142876"/>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p:nvSpPr>
        <p:spPr>
          <a:xfrm>
            <a:off x="2476475" y="1000109"/>
            <a:ext cx="2381267" cy="7143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p:cNvSpPr/>
          <p:nvPr/>
        </p:nvSpPr>
        <p:spPr>
          <a:xfrm>
            <a:off x="3524233" y="928670"/>
            <a:ext cx="4000528" cy="71438"/>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p:nvSpPr>
        <p:spPr>
          <a:xfrm>
            <a:off x="12658" y="1071547"/>
            <a:ext cx="844556"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p:nvSpPr>
        <p:spPr>
          <a:xfrm>
            <a:off x="11036293" y="1000108"/>
            <a:ext cx="1143008" cy="71438"/>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11988841" y="928671"/>
            <a:ext cx="190459" cy="7143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コンテンツ プレースホルダ 2"/>
          <p:cNvSpPr>
            <a:spLocks noGrp="1"/>
          </p:cNvSpPr>
          <p:nvPr>
            <p:ph idx="13"/>
          </p:nvPr>
        </p:nvSpPr>
        <p:spPr>
          <a:xfrm>
            <a:off x="285710" y="1285861"/>
            <a:ext cx="5619789" cy="4840303"/>
          </a:xfrm>
        </p:spPr>
        <p:txBody>
          <a:bodyPr/>
          <a:lstStyle>
            <a:lvl1pPr marL="357188" indent="-357188">
              <a:buClr>
                <a:srgbClr val="000000"/>
              </a:buClr>
              <a:buSzPct val="70000"/>
              <a:buFont typeface="ＭＳ Ｐゴシック" pitchFamily="50" charset="-128"/>
              <a:buChar char="▊"/>
              <a:defRPr sz="2800" baseline="0">
                <a:latin typeface="Verdana" pitchFamily="34" charset="0"/>
                <a:ea typeface="MS UI Gothic" pitchFamily="50" charset="-128"/>
              </a:defRPr>
            </a:lvl1pPr>
            <a:lvl2pPr marL="712788" indent="-273050">
              <a:buClr>
                <a:srgbClr val="CC0C0C"/>
              </a:buClr>
              <a:buSzPct val="90000"/>
              <a:buFontTx/>
              <a:buBlip>
                <a:blip r:embed="rId2"/>
              </a:buBlip>
              <a:defRPr sz="2400" baseline="0">
                <a:latin typeface="Verdana" pitchFamily="34" charset="0"/>
                <a:ea typeface="MS UI Gothic" pitchFamily="50" charset="-128"/>
              </a:defRPr>
            </a:lvl2pPr>
            <a:lvl3pPr marL="1079500" indent="-265113">
              <a:buClr>
                <a:schemeClr val="tx1">
                  <a:lumMod val="75000"/>
                  <a:lumOff val="25000"/>
                </a:schemeClr>
              </a:buClr>
              <a:buSzPct val="80000"/>
              <a:buFont typeface="Wingdings" pitchFamily="2" charset="2"/>
              <a:buChar char="n"/>
              <a:defRPr sz="2000" baseline="0">
                <a:latin typeface="Verdana" pitchFamily="34" charset="0"/>
                <a:ea typeface="MS UI Gothic" pitchFamily="50" charset="-128"/>
              </a:defRPr>
            </a:lvl3pPr>
            <a:lvl4pPr marL="1347788" indent="-228600">
              <a:buClr>
                <a:srgbClr val="CC0C0C"/>
              </a:buClr>
              <a:buSzPct val="90000"/>
              <a:buFont typeface="Wingdings" pitchFamily="2" charset="2"/>
              <a:buChar char="l"/>
              <a:defRPr sz="1800" baseline="0">
                <a:latin typeface="Verdana" pitchFamily="34" charset="0"/>
                <a:ea typeface="MS UI Gothic" pitchFamily="50" charset="-128"/>
              </a:defRPr>
            </a:lvl4pPr>
            <a:lvl5pPr marL="1616075" indent="-228600">
              <a:buClr>
                <a:schemeClr val="tx1">
                  <a:lumMod val="65000"/>
                  <a:lumOff val="35000"/>
                </a:schemeClr>
              </a:buClr>
              <a:buSzPct val="80000"/>
              <a:buFontTx/>
              <a:buBlip>
                <a:blip r:embed="rId3"/>
              </a:buBlip>
              <a:defRPr sz="1800" baseline="0">
                <a:latin typeface="Verdana" pitchFamily="34" charset="0"/>
                <a:ea typeface="MS UI Gothic" pitchFamily="50" charset="-128"/>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8" name="コンテンツ プレースホルダ 2"/>
          <p:cNvSpPr>
            <a:spLocks noGrp="1"/>
          </p:cNvSpPr>
          <p:nvPr>
            <p:ph idx="14"/>
          </p:nvPr>
        </p:nvSpPr>
        <p:spPr>
          <a:xfrm>
            <a:off x="6286502" y="1285861"/>
            <a:ext cx="5619789" cy="4840303"/>
          </a:xfrm>
        </p:spPr>
        <p:txBody>
          <a:bodyPr/>
          <a:lstStyle>
            <a:lvl1pPr marL="357188" indent="-357188">
              <a:buClr>
                <a:srgbClr val="000000"/>
              </a:buClr>
              <a:buSzPct val="70000"/>
              <a:buFont typeface="ＭＳ Ｐゴシック" pitchFamily="50" charset="-128"/>
              <a:buChar char="▊"/>
              <a:defRPr sz="2800" baseline="0">
                <a:latin typeface="Verdana" pitchFamily="34" charset="0"/>
                <a:ea typeface="MS UI Gothic" pitchFamily="50" charset="-128"/>
              </a:defRPr>
            </a:lvl1pPr>
            <a:lvl2pPr marL="712788" indent="-273050">
              <a:buClr>
                <a:srgbClr val="CC0C0C"/>
              </a:buClr>
              <a:buSzPct val="90000"/>
              <a:buFontTx/>
              <a:buBlip>
                <a:blip r:embed="rId2"/>
              </a:buBlip>
              <a:defRPr sz="2400" baseline="0">
                <a:latin typeface="Verdana" pitchFamily="34" charset="0"/>
                <a:ea typeface="MS UI Gothic" pitchFamily="50" charset="-128"/>
              </a:defRPr>
            </a:lvl2pPr>
            <a:lvl3pPr marL="1079500" indent="-265113">
              <a:buClr>
                <a:schemeClr val="tx1">
                  <a:lumMod val="75000"/>
                  <a:lumOff val="25000"/>
                </a:schemeClr>
              </a:buClr>
              <a:buSzPct val="80000"/>
              <a:buFont typeface="Wingdings" pitchFamily="2" charset="2"/>
              <a:buChar char="n"/>
              <a:defRPr sz="2000" baseline="0">
                <a:latin typeface="Verdana" pitchFamily="34" charset="0"/>
                <a:ea typeface="MS UI Gothic" pitchFamily="50" charset="-128"/>
              </a:defRPr>
            </a:lvl3pPr>
            <a:lvl4pPr marL="1347788" indent="-228600">
              <a:buClr>
                <a:srgbClr val="CC0C0C"/>
              </a:buClr>
              <a:buSzPct val="90000"/>
              <a:buFont typeface="Wingdings" pitchFamily="2" charset="2"/>
              <a:buChar char="l"/>
              <a:defRPr sz="1800" baseline="0">
                <a:latin typeface="Verdana" pitchFamily="34" charset="0"/>
                <a:ea typeface="MS UI Gothic" pitchFamily="50" charset="-128"/>
              </a:defRPr>
            </a:lvl4pPr>
            <a:lvl5pPr marL="1616075" indent="-228600">
              <a:buClr>
                <a:schemeClr val="tx1">
                  <a:lumMod val="65000"/>
                  <a:lumOff val="35000"/>
                </a:schemeClr>
              </a:buClr>
              <a:buSzPct val="80000"/>
              <a:buFontTx/>
              <a:buBlip>
                <a:blip r:embed="rId3"/>
              </a:buBlip>
              <a:defRPr sz="1800" baseline="0">
                <a:latin typeface="Verdana" pitchFamily="34" charset="0"/>
                <a:ea typeface="MS UI Gothic" pitchFamily="50" charset="-128"/>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20" name="スライド番号プレースホルダ 5"/>
          <p:cNvSpPr>
            <a:spLocks noGrp="1"/>
          </p:cNvSpPr>
          <p:nvPr>
            <p:ph type="sldNum" sz="quarter" idx="4"/>
          </p:nvPr>
        </p:nvSpPr>
        <p:spPr>
          <a:xfrm>
            <a:off x="285709" y="6429397"/>
            <a:ext cx="857256" cy="365125"/>
          </a:xfrm>
          <a:prstGeom prst="rect">
            <a:avLst/>
          </a:prstGeom>
        </p:spPr>
        <p:txBody>
          <a:bodyPr/>
          <a:lstStyle>
            <a:lvl1pPr algn="l">
              <a:defRPr/>
            </a:lvl1pPr>
          </a:lstStyle>
          <a:p>
            <a:fld id="{4C169CC0-D762-45DA-AAFE-26306989BF4D}" type="slidenum">
              <a:rPr kumimoji="1" lang="ja-JP" altLang="en-US" smtClean="0"/>
              <a:t>‹#›</a:t>
            </a:fld>
            <a:endParaRPr kumimoji="1" lang="ja-JP" altLang="en-US"/>
          </a:p>
        </p:txBody>
      </p:sp>
    </p:spTree>
    <p:extLst>
      <p:ext uri="{BB962C8B-B14F-4D97-AF65-F5344CB8AC3E}">
        <p14:creationId xmlns:p14="http://schemas.microsoft.com/office/powerpoint/2010/main" val="32084994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2000221" y="3127380"/>
            <a:ext cx="10001320" cy="1285883"/>
          </a:xfrm>
        </p:spPr>
        <p:txBody>
          <a:bodyPr anchor="b" anchorCtr="0">
            <a:normAutofit/>
          </a:bodyPr>
          <a:lstStyle>
            <a:lvl1pPr algn="r">
              <a:defRPr sz="4000">
                <a:latin typeface="+mn-ea"/>
                <a:ea typeface="+mn-ea"/>
              </a:defRPr>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2000221" y="5127643"/>
            <a:ext cx="9963160" cy="508001"/>
          </a:xfrm>
        </p:spPr>
        <p:txBody>
          <a:bodyPr/>
          <a:lstStyle>
            <a:lvl1pPr marL="0" indent="0" algn="r">
              <a:buNone/>
              <a:defRPr sz="2800">
                <a:solidFill>
                  <a:schemeClr val="tx1">
                    <a:tint val="75000"/>
                  </a:schemeClr>
                </a:solidFill>
                <a:latin typeface="+mn-ea"/>
                <a:ea typeface="+mn-e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endParaRPr kumimoji="1" lang="ja-JP" altLang="en-US" dirty="0"/>
          </a:p>
        </p:txBody>
      </p:sp>
      <p:sp>
        <p:nvSpPr>
          <p:cNvPr id="7" name="正方形/長方形 6"/>
          <p:cNvSpPr/>
          <p:nvPr/>
        </p:nvSpPr>
        <p:spPr>
          <a:xfrm>
            <a:off x="8166115" y="4484701"/>
            <a:ext cx="2209816"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p:cNvSpPr/>
          <p:nvPr/>
        </p:nvSpPr>
        <p:spPr>
          <a:xfrm>
            <a:off x="10356880" y="4484700"/>
            <a:ext cx="1809720" cy="214314"/>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p:nvSpPr>
        <p:spPr>
          <a:xfrm>
            <a:off x="5213344" y="4591858"/>
            <a:ext cx="4591083"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p:nvSpPr>
        <p:spPr>
          <a:xfrm>
            <a:off x="1974822" y="4484702"/>
            <a:ext cx="6191295"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p:nvSpPr>
        <p:spPr>
          <a:xfrm>
            <a:off x="7499360" y="4699014"/>
            <a:ext cx="2857520" cy="214314"/>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p:cNvSpPr/>
          <p:nvPr/>
        </p:nvSpPr>
        <p:spPr>
          <a:xfrm>
            <a:off x="6451603" y="4699015"/>
            <a:ext cx="1047757"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p:nvSpPr>
        <p:spPr>
          <a:xfrm>
            <a:off x="10356880" y="4699015"/>
            <a:ext cx="1809720"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p:nvSpPr>
        <p:spPr>
          <a:xfrm>
            <a:off x="10833134" y="4913329"/>
            <a:ext cx="762005"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日付プレースホルダ 14"/>
          <p:cNvSpPr>
            <a:spLocks noGrp="1"/>
          </p:cNvSpPr>
          <p:nvPr>
            <p:ph type="dt" sz="half" idx="10"/>
          </p:nvPr>
        </p:nvSpPr>
        <p:spPr>
          <a:xfrm>
            <a:off x="10477531" y="5707082"/>
            <a:ext cx="1524011" cy="365125"/>
          </a:xfrm>
          <a:prstGeom prst="rect">
            <a:avLst/>
          </a:prstGeom>
        </p:spPr>
        <p:txBody>
          <a:bodyPr/>
          <a:lstStyle>
            <a:lvl1pPr>
              <a:defRPr sz="1400">
                <a:latin typeface="メイリオ" pitchFamily="50" charset="-128"/>
                <a:ea typeface="メイリオ" pitchFamily="50" charset="-128"/>
              </a:defRPr>
            </a:lvl1pPr>
          </a:lstStyle>
          <a:p>
            <a:fld id="{1EDC9CEA-8353-49A9-A8B0-BEB697459307}" type="datetimeFigureOut">
              <a:rPr kumimoji="1" lang="ja-JP" altLang="en-US" smtClean="0"/>
              <a:t>2026/2/18</a:t>
            </a:fld>
            <a:endParaRPr kumimoji="1" lang="ja-JP" altLang="en-US"/>
          </a:p>
        </p:txBody>
      </p:sp>
      <p:sp>
        <p:nvSpPr>
          <p:cNvPr id="19" name="テキスト ボックス 18"/>
          <p:cNvSpPr txBox="1"/>
          <p:nvPr/>
        </p:nvSpPr>
        <p:spPr>
          <a:xfrm>
            <a:off x="870283" y="1294614"/>
            <a:ext cx="2364429" cy="276999"/>
          </a:xfrm>
          <a:prstGeom prst="rect">
            <a:avLst/>
          </a:prstGeom>
          <a:noFill/>
        </p:spPr>
        <p:txBody>
          <a:bodyPr wrap="none" rtlCol="0">
            <a:spAutoFit/>
          </a:bodyPr>
          <a:lstStyle/>
          <a:p>
            <a:pPr algn="ctr"/>
            <a:r>
              <a:rPr kumimoji="1" lang="en-US" altLang="ja-JP" sz="1200" baseline="0" dirty="0">
                <a:solidFill>
                  <a:schemeClr val="tx1">
                    <a:lumMod val="75000"/>
                    <a:lumOff val="25000"/>
                  </a:schemeClr>
                </a:solidFill>
                <a:latin typeface="Verdana" pitchFamily="34" charset="0"/>
              </a:rPr>
              <a:t>http://www.exmotion.co.jp/</a:t>
            </a:r>
            <a:endParaRPr kumimoji="1" lang="ja-JP" altLang="en-US" sz="1200" baseline="0" dirty="0">
              <a:solidFill>
                <a:schemeClr val="tx1">
                  <a:lumMod val="75000"/>
                  <a:lumOff val="25000"/>
                </a:schemeClr>
              </a:solidFill>
              <a:latin typeface="Verdana" pitchFamily="34" charset="0"/>
            </a:endParaRPr>
          </a:p>
        </p:txBody>
      </p:sp>
      <p:pic>
        <p:nvPicPr>
          <p:cNvPr id="1027" name="Picture 3" descr="C:\Documents and Settings\yuji.miwa\My Documents\My Pictures\00_EXM\キャッチコピー【あり】\logo_m.gif"/>
          <p:cNvPicPr>
            <a:picLocks noChangeAspect="1" noChangeArrowheads="1"/>
          </p:cNvPicPr>
          <p:nvPr/>
        </p:nvPicPr>
        <p:blipFill>
          <a:blip r:embed="rId2" cstate="print"/>
          <a:srcRect/>
          <a:stretch>
            <a:fillRect/>
          </a:stretch>
        </p:blipFill>
        <p:spPr bwMode="auto">
          <a:xfrm>
            <a:off x="476211" y="285728"/>
            <a:ext cx="3124200" cy="1009650"/>
          </a:xfrm>
          <a:prstGeom prst="rect">
            <a:avLst/>
          </a:prstGeom>
          <a:noFill/>
        </p:spPr>
      </p:pic>
      <p:sp>
        <p:nvSpPr>
          <p:cNvPr id="16" name="正方形/長方形 15"/>
          <p:cNvSpPr/>
          <p:nvPr/>
        </p:nvSpPr>
        <p:spPr>
          <a:xfrm>
            <a:off x="8166115" y="4484701"/>
            <a:ext cx="2209816"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p:cNvSpPr/>
          <p:nvPr/>
        </p:nvSpPr>
        <p:spPr>
          <a:xfrm>
            <a:off x="10356880" y="4484700"/>
            <a:ext cx="1809720" cy="214314"/>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p:cNvSpPr/>
          <p:nvPr/>
        </p:nvSpPr>
        <p:spPr>
          <a:xfrm>
            <a:off x="5213344" y="4591858"/>
            <a:ext cx="4591083"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p:cNvSpPr/>
          <p:nvPr/>
        </p:nvSpPr>
        <p:spPr>
          <a:xfrm>
            <a:off x="1974822" y="4484702"/>
            <a:ext cx="6191295"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p:cNvSpPr/>
          <p:nvPr/>
        </p:nvSpPr>
        <p:spPr>
          <a:xfrm>
            <a:off x="7499360" y="4699014"/>
            <a:ext cx="2857520" cy="214314"/>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p:cNvSpPr/>
          <p:nvPr/>
        </p:nvSpPr>
        <p:spPr>
          <a:xfrm>
            <a:off x="6451603" y="4699015"/>
            <a:ext cx="1047757"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p:cNvSpPr/>
          <p:nvPr/>
        </p:nvSpPr>
        <p:spPr>
          <a:xfrm>
            <a:off x="10356880" y="4699015"/>
            <a:ext cx="1809720" cy="107157"/>
          </a:xfrm>
          <a:prstGeom prst="rect">
            <a:avLst/>
          </a:prstGeom>
          <a:solidFill>
            <a:srgbClr val="000000"/>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p:cNvSpPr/>
          <p:nvPr/>
        </p:nvSpPr>
        <p:spPr>
          <a:xfrm>
            <a:off x="10833134" y="4913329"/>
            <a:ext cx="762005" cy="107157"/>
          </a:xfrm>
          <a:prstGeom prst="rect">
            <a:avLst/>
          </a:prstGeom>
          <a:solidFill>
            <a:srgbClr val="CC0C0C"/>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p:cNvSpPr txBox="1"/>
          <p:nvPr/>
        </p:nvSpPr>
        <p:spPr>
          <a:xfrm>
            <a:off x="870283" y="1294614"/>
            <a:ext cx="2364429" cy="276999"/>
          </a:xfrm>
          <a:prstGeom prst="rect">
            <a:avLst/>
          </a:prstGeom>
          <a:noFill/>
        </p:spPr>
        <p:txBody>
          <a:bodyPr wrap="none" rtlCol="0">
            <a:spAutoFit/>
          </a:bodyPr>
          <a:lstStyle/>
          <a:p>
            <a:pPr algn="ctr"/>
            <a:r>
              <a:rPr kumimoji="1" lang="en-US" altLang="ja-JP" sz="1200" baseline="0" dirty="0">
                <a:solidFill>
                  <a:schemeClr val="tx1">
                    <a:lumMod val="75000"/>
                    <a:lumOff val="25000"/>
                  </a:schemeClr>
                </a:solidFill>
                <a:latin typeface="Verdana" pitchFamily="34" charset="0"/>
              </a:rPr>
              <a:t>http://www.exmotion.co.jp/</a:t>
            </a:r>
            <a:endParaRPr kumimoji="1" lang="ja-JP" altLang="en-US" sz="1200" baseline="0" dirty="0">
              <a:solidFill>
                <a:schemeClr val="tx1">
                  <a:lumMod val="75000"/>
                  <a:lumOff val="25000"/>
                </a:schemeClr>
              </a:solidFill>
              <a:latin typeface="Verdana" pitchFamily="34" charset="0"/>
            </a:endParaRPr>
          </a:p>
        </p:txBody>
      </p:sp>
      <p:pic>
        <p:nvPicPr>
          <p:cNvPr id="26" name="Picture 3" descr="C:\Documents and Settings\yuji.miwa\My Documents\My Pictures\00_EXM\キャッチコピー【あり】\logo_m.gif"/>
          <p:cNvPicPr>
            <a:picLocks noChangeAspect="1" noChangeArrowheads="1"/>
          </p:cNvPicPr>
          <p:nvPr/>
        </p:nvPicPr>
        <p:blipFill>
          <a:blip r:embed="rId2" cstate="print"/>
          <a:srcRect/>
          <a:stretch>
            <a:fillRect/>
          </a:stretch>
        </p:blipFill>
        <p:spPr bwMode="auto">
          <a:xfrm>
            <a:off x="476211" y="285728"/>
            <a:ext cx="3124200" cy="1009650"/>
          </a:xfrm>
          <a:prstGeom prst="rect">
            <a:avLst/>
          </a:prstGeom>
          <a:noFill/>
        </p:spPr>
      </p:pic>
    </p:spTree>
    <p:extLst>
      <p:ext uri="{BB962C8B-B14F-4D97-AF65-F5344CB8AC3E}">
        <p14:creationId xmlns:p14="http://schemas.microsoft.com/office/powerpoint/2010/main" val="5969070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gi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kumimoji="1" lang="ja-JP" altLang="en-US" dirty="0"/>
              <a:t>マスタ タイトルの書式設定</a:t>
            </a:r>
          </a:p>
        </p:txBody>
      </p:sp>
      <p:sp>
        <p:nvSpPr>
          <p:cNvPr id="3" name="テキスト プレースホルダ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dirty="0"/>
              <a:t>マスタ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9" name="フッター プレースホルダ 16"/>
          <p:cNvSpPr txBox="1">
            <a:spLocks/>
          </p:cNvSpPr>
          <p:nvPr/>
        </p:nvSpPr>
        <p:spPr>
          <a:xfrm>
            <a:off x="8001013" y="6412721"/>
            <a:ext cx="3714776" cy="357166"/>
          </a:xfrm>
          <a:prstGeom prst="rect">
            <a:avLst/>
          </a:prstGeom>
        </p:spPr>
        <p:txBody>
          <a:bodyPr/>
          <a:lstStyle>
            <a:lvl1pPr algn="ctr">
              <a:defRPr sz="1050" baseline="0">
                <a:latin typeface="Verdana"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solidFill>
                <a:effectLst/>
                <a:uLnTx/>
                <a:uFillTx/>
                <a:latin typeface="メイリオ" pitchFamily="50" charset="-128"/>
                <a:ea typeface="メイリオ" pitchFamily="50" charset="-128"/>
                <a:cs typeface="+mn-cs"/>
              </a:rPr>
              <a:t>Copyright © 2025 eXmotion Co., Ltd.</a:t>
            </a:r>
          </a:p>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solidFill>
                <a:effectLst/>
                <a:uLnTx/>
                <a:uFillTx/>
                <a:latin typeface="メイリオ" pitchFamily="50" charset="-128"/>
                <a:ea typeface="メイリオ" pitchFamily="50" charset="-128"/>
                <a:cs typeface="+mn-cs"/>
              </a:rPr>
              <a:t>All rights reserved.</a:t>
            </a:r>
            <a:endParaRPr kumimoji="1" lang="ja-JP" altLang="en-US" sz="1050" b="0" i="0" u="none" strike="noStrike" kern="1200" cap="none" spc="0" normalizeH="0" baseline="0" noProof="0" dirty="0">
              <a:ln>
                <a:noFill/>
              </a:ln>
              <a:solidFill>
                <a:schemeClr val="tx1"/>
              </a:solidFill>
              <a:effectLst/>
              <a:uLnTx/>
              <a:uFillTx/>
              <a:latin typeface="メイリオ" pitchFamily="50" charset="-128"/>
              <a:ea typeface="メイリオ" pitchFamily="50" charset="-128"/>
              <a:cs typeface="+mn-cs"/>
            </a:endParaRPr>
          </a:p>
        </p:txBody>
      </p:sp>
      <p:pic>
        <p:nvPicPr>
          <p:cNvPr id="7" name="Picture 2" descr="C:\Documents and Settings\yuji.miwa\My Documents\My Pictures\00_EXM\X_回転\10sec_small.gif">
            <a:extLst>
              <a:ext uri="{FF2B5EF4-FFF2-40B4-BE49-F238E27FC236}">
                <a16:creationId xmlns:a16="http://schemas.microsoft.com/office/drawing/2014/main" id="{ED233246-B944-47FE-A012-29300EB23430}"/>
              </a:ext>
            </a:extLst>
          </p:cNvPr>
          <p:cNvPicPr>
            <a:picLocks noChangeAspect="1" noChangeArrowheads="1" noCrop="1"/>
          </p:cNvPicPr>
          <p:nvPr/>
        </p:nvPicPr>
        <p:blipFill>
          <a:blip r:embed="rId16" cstate="print"/>
          <a:srcRect/>
          <a:stretch>
            <a:fillRect/>
          </a:stretch>
        </p:blipFill>
        <p:spPr bwMode="auto">
          <a:xfrm>
            <a:off x="11708130" y="6370320"/>
            <a:ext cx="476250" cy="476250"/>
          </a:xfrm>
          <a:prstGeom prst="rect">
            <a:avLst/>
          </a:prstGeom>
          <a:noFill/>
        </p:spPr>
      </p:pic>
      <p:sp>
        <p:nvSpPr>
          <p:cNvPr id="4" name="テキスト ボックス 3">
            <a:extLst>
              <a:ext uri="{FF2B5EF4-FFF2-40B4-BE49-F238E27FC236}">
                <a16:creationId xmlns:a16="http://schemas.microsoft.com/office/drawing/2014/main" id="{ECA5B662-95F9-45AF-83E1-4DEE1C5A3340}"/>
              </a:ext>
            </a:extLst>
          </p:cNvPr>
          <p:cNvSpPr txBox="1"/>
          <p:nvPr/>
        </p:nvSpPr>
        <p:spPr>
          <a:xfrm>
            <a:off x="285709" y="6413770"/>
            <a:ext cx="582930" cy="338554"/>
          </a:xfrm>
          <a:prstGeom prst="rect">
            <a:avLst/>
          </a:prstGeom>
          <a:noFill/>
        </p:spPr>
        <p:txBody>
          <a:bodyPr wrap="square" rtlCol="0">
            <a:spAutoFit/>
          </a:bodyPr>
          <a:lstStyle/>
          <a:p>
            <a:fld id="{C3177A3D-317D-4B67-B1BC-79E0A74D6679}" type="slidenum">
              <a:rPr lang="ja-JP" altLang="en-US" sz="1600" smtClean="0">
                <a:latin typeface="+mn-ea"/>
                <a:ea typeface="+mn-ea"/>
              </a:rPr>
              <a:pPr/>
              <a:t>‹#›</a:t>
            </a:fld>
            <a:endParaRPr kumimoji="1" lang="ja-JP" altLang="en-US" sz="1600" dirty="0">
              <a:latin typeface="+mn-ea"/>
              <a:ea typeface="+mn-ea"/>
            </a:endParaRPr>
          </a:p>
        </p:txBody>
      </p:sp>
    </p:spTree>
    <p:extLst>
      <p:ext uri="{BB962C8B-B14F-4D97-AF65-F5344CB8AC3E}">
        <p14:creationId xmlns:p14="http://schemas.microsoft.com/office/powerpoint/2010/main" val="14527957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txStyles>
    <p:titleStyle>
      <a:lvl1pPr algn="ctr" defTabSz="914400" rtl="0" eaLnBrk="1" latinLnBrk="0" hangingPunct="1">
        <a:spcBef>
          <a:spcPct val="0"/>
        </a:spcBef>
        <a:buNone/>
        <a:defRPr kumimoji="1" sz="4400" kern="1200">
          <a:solidFill>
            <a:schemeClr val="tx1"/>
          </a:solidFill>
          <a:latin typeface="+mn-ea"/>
          <a:ea typeface="+mn-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ea"/>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ea"/>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ea"/>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ea"/>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ea"/>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3B76016-288A-4348-45CC-2FB6C97BD7C7}"/>
              </a:ext>
            </a:extLst>
          </p:cNvPr>
          <p:cNvSpPr>
            <a:spLocks noGrp="1"/>
          </p:cNvSpPr>
          <p:nvPr>
            <p:ph type="title"/>
          </p:nvPr>
        </p:nvSpPr>
        <p:spPr/>
        <p:txBody>
          <a:bodyPr/>
          <a:lstStyle/>
          <a:p>
            <a:r>
              <a:rPr kumimoji="1" lang="ja-JP" altLang="en-US" dirty="0"/>
              <a:t>現在の試行内容</a:t>
            </a:r>
          </a:p>
        </p:txBody>
      </p:sp>
      <p:sp>
        <p:nvSpPr>
          <p:cNvPr id="3" name="コンテンツ プレースホルダー 2">
            <a:extLst>
              <a:ext uri="{FF2B5EF4-FFF2-40B4-BE49-F238E27FC236}">
                <a16:creationId xmlns:a16="http://schemas.microsoft.com/office/drawing/2014/main" id="{59C900D5-E5A1-6770-B13A-F307A7DFE042}"/>
              </a:ext>
            </a:extLst>
          </p:cNvPr>
          <p:cNvSpPr>
            <a:spLocks noGrp="1"/>
          </p:cNvSpPr>
          <p:nvPr>
            <p:ph idx="1"/>
          </p:nvPr>
        </p:nvSpPr>
        <p:spPr/>
        <p:txBody>
          <a:bodyPr>
            <a:normAutofit/>
          </a:bodyPr>
          <a:lstStyle/>
          <a:p>
            <a:r>
              <a:rPr lang="ja-JP" altLang="en-US" dirty="0">
                <a:latin typeface="Yu Gothic UI" panose="020B0500000000000000" pitchFamily="50" charset="-128"/>
                <a:ea typeface="Yu Gothic UI" panose="020B0500000000000000" pitchFamily="50" charset="-128"/>
              </a:rPr>
              <a:t>特定機能に対する解説・要約の生成について、下記のアプローチで試行</a:t>
            </a:r>
            <a:endParaRPr lang="en-US" altLang="ja-JP" dirty="0">
              <a:latin typeface="Yu Gothic UI" panose="020B0500000000000000" pitchFamily="50" charset="-128"/>
              <a:ea typeface="Yu Gothic UI" panose="020B0500000000000000" pitchFamily="50" charset="-128"/>
            </a:endParaRPr>
          </a:p>
        </p:txBody>
      </p:sp>
      <p:grpSp>
        <p:nvGrpSpPr>
          <p:cNvPr id="10" name="グループ化 9">
            <a:extLst>
              <a:ext uri="{FF2B5EF4-FFF2-40B4-BE49-F238E27FC236}">
                <a16:creationId xmlns:a16="http://schemas.microsoft.com/office/drawing/2014/main" id="{E6E7C532-507E-E08D-A25B-644C0C4DF940}"/>
              </a:ext>
            </a:extLst>
          </p:cNvPr>
          <p:cNvGrpSpPr/>
          <p:nvPr/>
        </p:nvGrpSpPr>
        <p:grpSpPr>
          <a:xfrm>
            <a:off x="900929" y="2090601"/>
            <a:ext cx="1886028" cy="1682615"/>
            <a:chOff x="1" y="1318511"/>
            <a:chExt cx="1037782" cy="1370665"/>
          </a:xfrm>
        </p:grpSpPr>
        <p:sp>
          <p:nvSpPr>
            <p:cNvPr id="11" name="矢印: 山形 10">
              <a:extLst>
                <a:ext uri="{FF2B5EF4-FFF2-40B4-BE49-F238E27FC236}">
                  <a16:creationId xmlns:a16="http://schemas.microsoft.com/office/drawing/2014/main" id="{5534E33C-144E-7A77-7FDF-B278F014C4A6}"/>
                </a:ext>
              </a:extLst>
            </p:cNvPr>
            <p:cNvSpPr/>
            <p:nvPr/>
          </p:nvSpPr>
          <p:spPr>
            <a:xfrm rot="5400000">
              <a:off x="-173231" y="1491743"/>
              <a:ext cx="1370665" cy="1024202"/>
            </a:xfrm>
            <a:prstGeom prst="chevron">
              <a:avLst>
                <a:gd name="adj" fmla="val 21780"/>
              </a:avLst>
            </a:prstGeom>
            <a:solidFill>
              <a:schemeClr val="tx1">
                <a:lumMod val="65000"/>
                <a:lumOff val="35000"/>
              </a:schemeClr>
            </a:solidFill>
            <a:ln>
              <a:noFill/>
            </a:ln>
          </p:spPr>
          <p:style>
            <a:lnRef idx="2">
              <a:schemeClr val="accen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ja-JP" altLang="en-US" sz="3600">
                <a:latin typeface="Yu Gothic UI" panose="020B0500000000000000" pitchFamily="50" charset="-128"/>
                <a:ea typeface="Yu Gothic UI" panose="020B0500000000000000" pitchFamily="50" charset="-128"/>
              </a:endParaRPr>
            </a:p>
          </p:txBody>
        </p:sp>
        <p:sp>
          <p:nvSpPr>
            <p:cNvPr id="12" name="矢印: 山形 4">
              <a:extLst>
                <a:ext uri="{FF2B5EF4-FFF2-40B4-BE49-F238E27FC236}">
                  <a16:creationId xmlns:a16="http://schemas.microsoft.com/office/drawing/2014/main" id="{39BFD9A5-C943-62FD-4318-254512714C8B}"/>
                </a:ext>
              </a:extLst>
            </p:cNvPr>
            <p:cNvSpPr txBox="1"/>
            <p:nvPr/>
          </p:nvSpPr>
          <p:spPr>
            <a:xfrm>
              <a:off x="13581" y="1777716"/>
              <a:ext cx="1024202" cy="438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kumimoji="1" lang="en-US" altLang="ja-JP" sz="1600" kern="1200" dirty="0">
                  <a:latin typeface="Yu Gothic UI" panose="020B0500000000000000" pitchFamily="50" charset="-128"/>
                  <a:ea typeface="Yu Gothic UI" panose="020B0500000000000000" pitchFamily="50" charset="-128"/>
                </a:rPr>
                <a:t>Phase1</a:t>
              </a:r>
            </a:p>
            <a:p>
              <a:pPr marL="0" lvl="0" indent="0" algn="ctr" defTabSz="400050">
                <a:lnSpc>
                  <a:spcPct val="90000"/>
                </a:lnSpc>
                <a:spcBef>
                  <a:spcPct val="0"/>
                </a:spcBef>
                <a:spcAft>
                  <a:spcPct val="35000"/>
                </a:spcAft>
                <a:buNone/>
              </a:pPr>
              <a:r>
                <a:rPr kumimoji="1" lang="en-US" altLang="ja-JP" sz="1600" kern="1200" dirty="0">
                  <a:latin typeface="Yu Gothic UI" panose="020B0500000000000000" pitchFamily="50" charset="-128"/>
                  <a:ea typeface="Yu Gothic UI" panose="020B0500000000000000" pitchFamily="50" charset="-128"/>
                </a:rPr>
                <a:t>Extract(</a:t>
              </a:r>
              <a:r>
                <a:rPr kumimoji="1" lang="ja-JP" altLang="en-US" sz="1600" kern="1200" dirty="0">
                  <a:latin typeface="Yu Gothic UI" panose="020B0500000000000000" pitchFamily="50" charset="-128"/>
                  <a:ea typeface="Yu Gothic UI" panose="020B0500000000000000" pitchFamily="50" charset="-128"/>
                </a:rPr>
                <a:t>抽出</a:t>
              </a:r>
              <a:r>
                <a:rPr kumimoji="1" lang="en-US" altLang="ja-JP" sz="1600" kern="1200" dirty="0">
                  <a:latin typeface="Yu Gothic UI" panose="020B0500000000000000" pitchFamily="50" charset="-128"/>
                  <a:ea typeface="Yu Gothic UI" panose="020B0500000000000000" pitchFamily="50" charset="-128"/>
                </a:rPr>
                <a:t>)</a:t>
              </a:r>
              <a:endParaRPr kumimoji="1" lang="ja-JP" altLang="en-US" sz="1600" kern="1200" dirty="0">
                <a:latin typeface="Yu Gothic UI" panose="020B0500000000000000" pitchFamily="50" charset="-128"/>
                <a:ea typeface="Yu Gothic UI" panose="020B0500000000000000" pitchFamily="50" charset="-128"/>
              </a:endParaRPr>
            </a:p>
          </p:txBody>
        </p:sp>
      </p:grpSp>
      <p:grpSp>
        <p:nvGrpSpPr>
          <p:cNvPr id="15" name="グループ化 14">
            <a:extLst>
              <a:ext uri="{FF2B5EF4-FFF2-40B4-BE49-F238E27FC236}">
                <a16:creationId xmlns:a16="http://schemas.microsoft.com/office/drawing/2014/main" id="{B57F61DA-1F48-65A6-4330-A785FDAD5859}"/>
              </a:ext>
            </a:extLst>
          </p:cNvPr>
          <p:cNvGrpSpPr/>
          <p:nvPr/>
        </p:nvGrpSpPr>
        <p:grpSpPr>
          <a:xfrm>
            <a:off x="2903334" y="2230891"/>
            <a:ext cx="7971930" cy="1141652"/>
            <a:chOff x="1024201" y="1127903"/>
            <a:chExt cx="4966569" cy="1141652"/>
          </a:xfrm>
        </p:grpSpPr>
        <p:sp>
          <p:nvSpPr>
            <p:cNvPr id="16" name="四角形: 上の 2 つの角を丸める 15">
              <a:extLst>
                <a:ext uri="{FF2B5EF4-FFF2-40B4-BE49-F238E27FC236}">
                  <a16:creationId xmlns:a16="http://schemas.microsoft.com/office/drawing/2014/main" id="{9EC9FC22-D1DF-295C-988E-32826D6F0F54}"/>
                </a:ext>
              </a:extLst>
            </p:cNvPr>
            <p:cNvSpPr/>
            <p:nvPr/>
          </p:nvSpPr>
          <p:spPr>
            <a:xfrm rot="5400000">
              <a:off x="2936661" y="-784555"/>
              <a:ext cx="1141650" cy="4966569"/>
            </a:xfrm>
            <a:prstGeom prst="round2SameRect">
              <a:avLst/>
            </a:prstGeom>
            <a:ln>
              <a:solidFill>
                <a:schemeClr val="tx1">
                  <a:lumMod val="75000"/>
                  <a:lumOff val="2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a:lstStyle/>
            <a:p>
              <a:endParaRPr lang="ja-JP" altLang="en-US" sz="1600" dirty="0">
                <a:latin typeface="Yu Gothic UI" panose="020B0500000000000000" pitchFamily="50" charset="-128"/>
                <a:ea typeface="Yu Gothic UI" panose="020B0500000000000000" pitchFamily="50" charset="-128"/>
              </a:endParaRPr>
            </a:p>
          </p:txBody>
        </p:sp>
        <p:sp>
          <p:nvSpPr>
            <p:cNvPr id="17" name="四角形: 上の 2 つの角を丸める 4">
              <a:extLst>
                <a:ext uri="{FF2B5EF4-FFF2-40B4-BE49-F238E27FC236}">
                  <a16:creationId xmlns:a16="http://schemas.microsoft.com/office/drawing/2014/main" id="{AA3B6F4B-72BB-1128-21E0-BE3F610C3130}"/>
                </a:ext>
              </a:extLst>
            </p:cNvPr>
            <p:cNvSpPr txBox="1"/>
            <p:nvPr/>
          </p:nvSpPr>
          <p:spPr>
            <a:xfrm>
              <a:off x="1047414" y="1127903"/>
              <a:ext cx="4920143" cy="1102558"/>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kumimoji="1" lang="ja-JP" altLang="en-US" kern="1200" dirty="0">
                  <a:latin typeface="Yu Gothic UI" panose="020B0500000000000000" pitchFamily="50" charset="-128"/>
                  <a:ea typeface="Yu Gothic UI" panose="020B0500000000000000" pitchFamily="50" charset="-128"/>
                </a:rPr>
                <a:t>各仕様書のシート毎に</a:t>
              </a:r>
              <a:r>
                <a:rPr lang="ja-JP" altLang="en-US" dirty="0">
                  <a:latin typeface="Yu Gothic UI" panose="020B0500000000000000" pitchFamily="50" charset="-128"/>
                  <a:ea typeface="Yu Gothic UI" panose="020B0500000000000000" pitchFamily="50" charset="-128"/>
                </a:rPr>
                <a:t>１</a:t>
              </a:r>
              <a:r>
                <a:rPr kumimoji="1" lang="ja-JP" altLang="en-US" kern="1200" dirty="0">
                  <a:latin typeface="Yu Gothic UI" panose="020B0500000000000000" pitchFamily="50" charset="-128"/>
                  <a:ea typeface="Yu Gothic UI" panose="020B0500000000000000" pitchFamily="50" charset="-128"/>
                </a:rPr>
                <a:t>回ずつ </a:t>
              </a:r>
              <a:r>
                <a:rPr kumimoji="1" lang="en-US" altLang="ja-JP" kern="1200" dirty="0">
                  <a:latin typeface="Yu Gothic UI" panose="020B0500000000000000" pitchFamily="50" charset="-128"/>
                  <a:ea typeface="Yu Gothic UI" panose="020B0500000000000000" pitchFamily="50" charset="-128"/>
                </a:rPr>
                <a:t>LLM </a:t>
              </a:r>
              <a:r>
                <a:rPr kumimoji="1" lang="ja-JP" altLang="en-US" kern="1200" dirty="0">
                  <a:latin typeface="Yu Gothic UI" panose="020B0500000000000000" pitchFamily="50" charset="-128"/>
                  <a:ea typeface="Yu Gothic UI" panose="020B0500000000000000" pitchFamily="50" charset="-128"/>
                </a:rPr>
                <a:t>を呼び出し</a:t>
              </a:r>
              <a:endParaRPr kumimoji="1" lang="en-US" altLang="ja-JP" kern="1200" dirty="0">
                <a:latin typeface="Yu Gothic UI" panose="020B0500000000000000" pitchFamily="50" charset="-128"/>
                <a:ea typeface="Yu Gothic UI" panose="020B0500000000000000" pitchFamily="50" charset="-128"/>
              </a:endParaRPr>
            </a:p>
            <a:p>
              <a:pPr marL="228600" lvl="1" indent="-228600" algn="l" defTabSz="889000">
                <a:lnSpc>
                  <a:spcPct val="90000"/>
                </a:lnSpc>
                <a:spcBef>
                  <a:spcPct val="0"/>
                </a:spcBef>
                <a:spcAft>
                  <a:spcPct val="15000"/>
                </a:spcAft>
                <a:buChar char="•"/>
              </a:pPr>
              <a:r>
                <a:rPr lang="ja-JP" altLang="en-US" dirty="0">
                  <a:latin typeface="Yu Gothic UI" panose="020B0500000000000000" pitchFamily="50" charset="-128"/>
                  <a:ea typeface="Yu Gothic UI" panose="020B0500000000000000" pitchFamily="50" charset="-128"/>
                </a:rPr>
                <a:t>そのシートに記載されている「事実」をカテゴリを意識しながら抽出</a:t>
              </a:r>
              <a:endParaRPr lang="en-US" altLang="ja-JP" dirty="0">
                <a:latin typeface="Yu Gothic UI" panose="020B0500000000000000" pitchFamily="50" charset="-128"/>
                <a:ea typeface="Yu Gothic UI" panose="020B0500000000000000" pitchFamily="50" charset="-128"/>
              </a:endParaRPr>
            </a:p>
          </p:txBody>
        </p:sp>
      </p:grpSp>
      <p:grpSp>
        <p:nvGrpSpPr>
          <p:cNvPr id="30" name="グループ化 29">
            <a:extLst>
              <a:ext uri="{FF2B5EF4-FFF2-40B4-BE49-F238E27FC236}">
                <a16:creationId xmlns:a16="http://schemas.microsoft.com/office/drawing/2014/main" id="{45BC1DBB-C410-0AB0-F1C3-825D04AE03ED}"/>
              </a:ext>
            </a:extLst>
          </p:cNvPr>
          <p:cNvGrpSpPr/>
          <p:nvPr/>
        </p:nvGrpSpPr>
        <p:grpSpPr>
          <a:xfrm>
            <a:off x="907071" y="3504332"/>
            <a:ext cx="1886028" cy="1682615"/>
            <a:chOff x="1" y="1318511"/>
            <a:chExt cx="1037782" cy="1370665"/>
          </a:xfrm>
        </p:grpSpPr>
        <p:sp>
          <p:nvSpPr>
            <p:cNvPr id="31" name="矢印: 山形 30">
              <a:extLst>
                <a:ext uri="{FF2B5EF4-FFF2-40B4-BE49-F238E27FC236}">
                  <a16:creationId xmlns:a16="http://schemas.microsoft.com/office/drawing/2014/main" id="{1CBCD043-B5EB-1292-F186-A968BD2DB99A}"/>
                </a:ext>
              </a:extLst>
            </p:cNvPr>
            <p:cNvSpPr/>
            <p:nvPr/>
          </p:nvSpPr>
          <p:spPr>
            <a:xfrm rot="5400000">
              <a:off x="-173231" y="1491743"/>
              <a:ext cx="1370665" cy="1024202"/>
            </a:xfrm>
            <a:prstGeom prst="chevron">
              <a:avLst>
                <a:gd name="adj" fmla="val 21780"/>
              </a:avLst>
            </a:prstGeom>
            <a:solidFill>
              <a:schemeClr val="tx1">
                <a:lumMod val="65000"/>
                <a:lumOff val="35000"/>
              </a:schemeClr>
            </a:solidFill>
            <a:ln>
              <a:noFill/>
            </a:ln>
          </p:spPr>
          <p:style>
            <a:lnRef idx="2">
              <a:schemeClr val="accen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ja-JP" altLang="en-US" sz="3600">
                <a:latin typeface="Yu Gothic UI" panose="020B0500000000000000" pitchFamily="50" charset="-128"/>
                <a:ea typeface="Yu Gothic UI" panose="020B0500000000000000" pitchFamily="50" charset="-128"/>
              </a:endParaRPr>
            </a:p>
          </p:txBody>
        </p:sp>
        <p:sp>
          <p:nvSpPr>
            <p:cNvPr id="32" name="矢印: 山形 4">
              <a:extLst>
                <a:ext uri="{FF2B5EF4-FFF2-40B4-BE49-F238E27FC236}">
                  <a16:creationId xmlns:a16="http://schemas.microsoft.com/office/drawing/2014/main" id="{FBA6A7D2-3019-BFF3-D06D-D3C119C3523D}"/>
                </a:ext>
              </a:extLst>
            </p:cNvPr>
            <p:cNvSpPr txBox="1"/>
            <p:nvPr/>
          </p:nvSpPr>
          <p:spPr>
            <a:xfrm>
              <a:off x="13581" y="1777716"/>
              <a:ext cx="1024202" cy="438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5715" tIns="5715" rIns="5715" bIns="5715" numCol="1" spcCol="1270" anchor="ctr" anchorCtr="0">
              <a:noAutofit/>
            </a:bodyPr>
            <a:lstStyle/>
            <a:p>
              <a:pPr lvl="0" algn="ctr" defTabSz="400050">
                <a:lnSpc>
                  <a:spcPct val="90000"/>
                </a:lnSpc>
                <a:spcAft>
                  <a:spcPct val="35000"/>
                </a:spcAft>
              </a:pPr>
              <a:r>
                <a:rPr lang="en-US" altLang="ja-JP" sz="1600" dirty="0">
                  <a:latin typeface="Yu Gothic UI" panose="020B0500000000000000" pitchFamily="50" charset="-128"/>
                  <a:ea typeface="Yu Gothic UI" panose="020B0500000000000000" pitchFamily="50" charset="-128"/>
                </a:rPr>
                <a:t>Phase2</a:t>
              </a:r>
            </a:p>
            <a:p>
              <a:pPr lvl="0" algn="ctr" defTabSz="400050">
                <a:lnSpc>
                  <a:spcPct val="90000"/>
                </a:lnSpc>
                <a:spcAft>
                  <a:spcPct val="35000"/>
                </a:spcAft>
              </a:pPr>
              <a:r>
                <a:rPr lang="en-US" altLang="ja-JP" sz="1600" dirty="0">
                  <a:latin typeface="Yu Gothic UI" panose="020B0500000000000000" pitchFamily="50" charset="-128"/>
                  <a:ea typeface="Yu Gothic UI" panose="020B0500000000000000" pitchFamily="50" charset="-128"/>
                </a:rPr>
                <a:t>Organize(</a:t>
              </a:r>
              <a:r>
                <a:rPr lang="ja-JP" altLang="en-US" sz="1600" dirty="0">
                  <a:latin typeface="Yu Gothic UI" panose="020B0500000000000000" pitchFamily="50" charset="-128"/>
                  <a:ea typeface="Yu Gothic UI" panose="020B0500000000000000" pitchFamily="50" charset="-128"/>
                </a:rPr>
                <a:t>抽出</a:t>
              </a:r>
              <a:r>
                <a:rPr lang="en-US" altLang="ja-JP" sz="1600" dirty="0">
                  <a:latin typeface="Yu Gothic UI" panose="020B0500000000000000" pitchFamily="50" charset="-128"/>
                  <a:ea typeface="Yu Gothic UI" panose="020B0500000000000000" pitchFamily="50" charset="-128"/>
                </a:rPr>
                <a:t>)</a:t>
              </a:r>
              <a:endParaRPr kumimoji="1" lang="ja-JP" altLang="en-US" sz="1600" kern="1200" dirty="0">
                <a:latin typeface="Yu Gothic UI" panose="020B0500000000000000" pitchFamily="50" charset="-128"/>
                <a:ea typeface="Yu Gothic UI" panose="020B0500000000000000" pitchFamily="50" charset="-128"/>
              </a:endParaRPr>
            </a:p>
          </p:txBody>
        </p:sp>
      </p:grpSp>
      <p:grpSp>
        <p:nvGrpSpPr>
          <p:cNvPr id="33" name="グループ化 32">
            <a:extLst>
              <a:ext uri="{FF2B5EF4-FFF2-40B4-BE49-F238E27FC236}">
                <a16:creationId xmlns:a16="http://schemas.microsoft.com/office/drawing/2014/main" id="{458E92F1-2AE2-1E27-5460-E77F9488AA68}"/>
              </a:ext>
            </a:extLst>
          </p:cNvPr>
          <p:cNvGrpSpPr/>
          <p:nvPr/>
        </p:nvGrpSpPr>
        <p:grpSpPr>
          <a:xfrm>
            <a:off x="900930" y="4918064"/>
            <a:ext cx="1886028" cy="1682615"/>
            <a:chOff x="1" y="1318511"/>
            <a:chExt cx="1037782" cy="1370665"/>
          </a:xfrm>
        </p:grpSpPr>
        <p:sp>
          <p:nvSpPr>
            <p:cNvPr id="34" name="矢印: 山形 33">
              <a:extLst>
                <a:ext uri="{FF2B5EF4-FFF2-40B4-BE49-F238E27FC236}">
                  <a16:creationId xmlns:a16="http://schemas.microsoft.com/office/drawing/2014/main" id="{FD5624F0-F0E2-AA75-AAB7-B18B6C83BFF1}"/>
                </a:ext>
              </a:extLst>
            </p:cNvPr>
            <p:cNvSpPr/>
            <p:nvPr/>
          </p:nvSpPr>
          <p:spPr>
            <a:xfrm rot="5400000">
              <a:off x="-173231" y="1491743"/>
              <a:ext cx="1370665" cy="1024202"/>
            </a:xfrm>
            <a:prstGeom prst="chevron">
              <a:avLst>
                <a:gd name="adj" fmla="val 21780"/>
              </a:avLst>
            </a:prstGeom>
            <a:solidFill>
              <a:schemeClr val="tx1">
                <a:lumMod val="65000"/>
                <a:lumOff val="35000"/>
              </a:schemeClr>
            </a:solidFill>
            <a:ln>
              <a:noFill/>
            </a:ln>
          </p:spPr>
          <p:style>
            <a:lnRef idx="2">
              <a:schemeClr val="accen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ja-JP" altLang="en-US" sz="3600">
                <a:latin typeface="Yu Gothic UI" panose="020B0500000000000000" pitchFamily="50" charset="-128"/>
                <a:ea typeface="Yu Gothic UI" panose="020B0500000000000000" pitchFamily="50" charset="-128"/>
              </a:endParaRPr>
            </a:p>
          </p:txBody>
        </p:sp>
        <p:sp>
          <p:nvSpPr>
            <p:cNvPr id="35" name="矢印: 山形 4">
              <a:extLst>
                <a:ext uri="{FF2B5EF4-FFF2-40B4-BE49-F238E27FC236}">
                  <a16:creationId xmlns:a16="http://schemas.microsoft.com/office/drawing/2014/main" id="{AF8C6AB1-FB00-E2C3-4460-501AABACB53E}"/>
                </a:ext>
              </a:extLst>
            </p:cNvPr>
            <p:cNvSpPr txBox="1"/>
            <p:nvPr/>
          </p:nvSpPr>
          <p:spPr>
            <a:xfrm>
              <a:off x="13581" y="1777716"/>
              <a:ext cx="1024202" cy="438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5715" tIns="5715" rIns="5715" bIns="5715" numCol="1" spcCol="1270" anchor="ctr" anchorCtr="0">
              <a:noAutofit/>
            </a:bodyPr>
            <a:lstStyle/>
            <a:p>
              <a:pPr lvl="0" algn="ctr" defTabSz="400050">
                <a:lnSpc>
                  <a:spcPct val="90000"/>
                </a:lnSpc>
                <a:spcAft>
                  <a:spcPct val="35000"/>
                </a:spcAft>
              </a:pPr>
              <a:r>
                <a:rPr lang="en-US" altLang="ja-JP" sz="1600" dirty="0">
                  <a:latin typeface="Yu Gothic UI" panose="020B0500000000000000" pitchFamily="50" charset="-128"/>
                  <a:ea typeface="Yu Gothic UI" panose="020B0500000000000000" pitchFamily="50" charset="-128"/>
                </a:rPr>
                <a:t>Phase3</a:t>
              </a:r>
            </a:p>
            <a:p>
              <a:pPr lvl="0" algn="ctr" defTabSz="400050">
                <a:lnSpc>
                  <a:spcPct val="90000"/>
                </a:lnSpc>
                <a:spcAft>
                  <a:spcPct val="35000"/>
                </a:spcAft>
              </a:pPr>
              <a:r>
                <a:rPr lang="en-US" altLang="ja-JP" sz="1600" dirty="0">
                  <a:latin typeface="Yu Gothic UI" panose="020B0500000000000000" pitchFamily="50" charset="-128"/>
                  <a:ea typeface="Yu Gothic UI" panose="020B0500000000000000" pitchFamily="50" charset="-128"/>
                </a:rPr>
                <a:t>Synthesize(</a:t>
              </a:r>
              <a:r>
                <a:rPr lang="ja-JP" altLang="en-US" sz="1600" dirty="0">
                  <a:latin typeface="Yu Gothic UI" panose="020B0500000000000000" pitchFamily="50" charset="-128"/>
                  <a:ea typeface="Yu Gothic UI" panose="020B0500000000000000" pitchFamily="50" charset="-128"/>
                </a:rPr>
                <a:t>合成</a:t>
              </a:r>
              <a:r>
                <a:rPr lang="en-US" altLang="ja-JP" sz="1600" dirty="0">
                  <a:latin typeface="Yu Gothic UI" panose="020B0500000000000000" pitchFamily="50" charset="-128"/>
                  <a:ea typeface="Yu Gothic UI" panose="020B0500000000000000" pitchFamily="50" charset="-128"/>
                </a:rPr>
                <a:t>)</a:t>
              </a:r>
              <a:endParaRPr lang="ja-JP" altLang="en-US" sz="1600" dirty="0">
                <a:latin typeface="Yu Gothic UI" panose="020B0500000000000000" pitchFamily="50" charset="-128"/>
                <a:ea typeface="Yu Gothic UI" panose="020B0500000000000000" pitchFamily="50" charset="-128"/>
              </a:endParaRPr>
            </a:p>
          </p:txBody>
        </p:sp>
      </p:grpSp>
      <p:grpSp>
        <p:nvGrpSpPr>
          <p:cNvPr id="36" name="グループ化 35">
            <a:extLst>
              <a:ext uri="{FF2B5EF4-FFF2-40B4-BE49-F238E27FC236}">
                <a16:creationId xmlns:a16="http://schemas.microsoft.com/office/drawing/2014/main" id="{C2711B6A-BB07-F3AA-5D7C-D07FB6EFD90F}"/>
              </a:ext>
            </a:extLst>
          </p:cNvPr>
          <p:cNvGrpSpPr/>
          <p:nvPr/>
        </p:nvGrpSpPr>
        <p:grpSpPr>
          <a:xfrm>
            <a:off x="2903334" y="3652469"/>
            <a:ext cx="7934671" cy="1141652"/>
            <a:chOff x="1024201" y="1127903"/>
            <a:chExt cx="4966569" cy="1141652"/>
          </a:xfrm>
        </p:grpSpPr>
        <p:sp>
          <p:nvSpPr>
            <p:cNvPr id="37" name="四角形: 上の 2 つの角を丸める 36">
              <a:extLst>
                <a:ext uri="{FF2B5EF4-FFF2-40B4-BE49-F238E27FC236}">
                  <a16:creationId xmlns:a16="http://schemas.microsoft.com/office/drawing/2014/main" id="{3832582C-2B7B-A0F3-79FC-E31D27EB0134}"/>
                </a:ext>
              </a:extLst>
            </p:cNvPr>
            <p:cNvSpPr/>
            <p:nvPr/>
          </p:nvSpPr>
          <p:spPr>
            <a:xfrm rot="5400000">
              <a:off x="2936661" y="-784555"/>
              <a:ext cx="1141650" cy="4966569"/>
            </a:xfrm>
            <a:prstGeom prst="round2SameRect">
              <a:avLst/>
            </a:prstGeom>
            <a:ln>
              <a:solidFill>
                <a:schemeClr val="tx1">
                  <a:lumMod val="75000"/>
                  <a:lumOff val="2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a:lstStyle/>
            <a:p>
              <a:endParaRPr lang="ja-JP" altLang="en-US" sz="1600" dirty="0">
                <a:latin typeface="Yu Gothic UI" panose="020B0500000000000000" pitchFamily="50" charset="-128"/>
                <a:ea typeface="Yu Gothic UI" panose="020B0500000000000000" pitchFamily="50" charset="-128"/>
              </a:endParaRPr>
            </a:p>
          </p:txBody>
        </p:sp>
        <p:sp>
          <p:nvSpPr>
            <p:cNvPr id="38" name="四角形: 上の 2 つの角を丸める 4">
              <a:extLst>
                <a:ext uri="{FF2B5EF4-FFF2-40B4-BE49-F238E27FC236}">
                  <a16:creationId xmlns:a16="http://schemas.microsoft.com/office/drawing/2014/main" id="{A1588676-F833-35D2-1D3F-72AC8C30C82D}"/>
                </a:ext>
              </a:extLst>
            </p:cNvPr>
            <p:cNvSpPr txBox="1"/>
            <p:nvPr/>
          </p:nvSpPr>
          <p:spPr>
            <a:xfrm>
              <a:off x="1047414" y="1127903"/>
              <a:ext cx="4920143" cy="1102558"/>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142240" tIns="12700" rIns="12700" bIns="12700" numCol="1" spcCol="1270" anchor="ctr" anchorCtr="0">
              <a:noAutofit/>
            </a:bodyPr>
            <a:lstStyle/>
            <a:p>
              <a:pPr marL="228600" lvl="1" indent="-228600" defTabSz="889000">
                <a:lnSpc>
                  <a:spcPct val="90000"/>
                </a:lnSpc>
                <a:spcAft>
                  <a:spcPct val="15000"/>
                </a:spcAft>
                <a:buChar char="•"/>
              </a:pPr>
              <a:r>
                <a:rPr lang="ja-JP" altLang="en-US" dirty="0">
                  <a:latin typeface="Yu Gothic UI" panose="020B0500000000000000" pitchFamily="50" charset="-128"/>
                  <a:ea typeface="Yu Gothic UI" panose="020B0500000000000000" pitchFamily="50" charset="-128"/>
                </a:rPr>
                <a:t>すべての事実を収集・結合し、トピック別・階層別に整理</a:t>
              </a:r>
              <a:endParaRPr lang="en-US" altLang="ja-JP" dirty="0">
                <a:latin typeface="Yu Gothic UI" panose="020B0500000000000000" pitchFamily="50" charset="-128"/>
                <a:ea typeface="Yu Gothic UI" panose="020B0500000000000000" pitchFamily="50" charset="-128"/>
              </a:endParaRPr>
            </a:p>
          </p:txBody>
        </p:sp>
      </p:grpSp>
      <p:grpSp>
        <p:nvGrpSpPr>
          <p:cNvPr id="39" name="グループ化 38">
            <a:extLst>
              <a:ext uri="{FF2B5EF4-FFF2-40B4-BE49-F238E27FC236}">
                <a16:creationId xmlns:a16="http://schemas.microsoft.com/office/drawing/2014/main" id="{1F806BD1-85D0-283D-C6B8-9C1250DECBC6}"/>
              </a:ext>
            </a:extLst>
          </p:cNvPr>
          <p:cNvGrpSpPr/>
          <p:nvPr/>
        </p:nvGrpSpPr>
        <p:grpSpPr>
          <a:xfrm>
            <a:off x="2903335" y="5026190"/>
            <a:ext cx="7934670" cy="1141652"/>
            <a:chOff x="1024201" y="1127903"/>
            <a:chExt cx="4966569" cy="1141652"/>
          </a:xfrm>
        </p:grpSpPr>
        <p:sp>
          <p:nvSpPr>
            <p:cNvPr id="40" name="四角形: 上の 2 つの角を丸める 39">
              <a:extLst>
                <a:ext uri="{FF2B5EF4-FFF2-40B4-BE49-F238E27FC236}">
                  <a16:creationId xmlns:a16="http://schemas.microsoft.com/office/drawing/2014/main" id="{54C0B9D4-69D0-E5F3-F0C6-A1B675ED424F}"/>
                </a:ext>
              </a:extLst>
            </p:cNvPr>
            <p:cNvSpPr/>
            <p:nvPr/>
          </p:nvSpPr>
          <p:spPr>
            <a:xfrm rot="5400000">
              <a:off x="2936661" y="-784555"/>
              <a:ext cx="1141650" cy="4966569"/>
            </a:xfrm>
            <a:prstGeom prst="round2SameRect">
              <a:avLst/>
            </a:prstGeom>
            <a:ln>
              <a:solidFill>
                <a:schemeClr val="tx1">
                  <a:lumMod val="75000"/>
                  <a:lumOff val="2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a:lstStyle/>
            <a:p>
              <a:endParaRPr lang="ja-JP" altLang="en-US" sz="1600" dirty="0">
                <a:latin typeface="Yu Gothic UI" panose="020B0500000000000000" pitchFamily="50" charset="-128"/>
                <a:ea typeface="Yu Gothic UI" panose="020B0500000000000000" pitchFamily="50" charset="-128"/>
              </a:endParaRPr>
            </a:p>
          </p:txBody>
        </p:sp>
        <p:sp>
          <p:nvSpPr>
            <p:cNvPr id="41" name="四角形: 上の 2 つの角を丸める 4">
              <a:extLst>
                <a:ext uri="{FF2B5EF4-FFF2-40B4-BE49-F238E27FC236}">
                  <a16:creationId xmlns:a16="http://schemas.microsoft.com/office/drawing/2014/main" id="{A2D125A4-27A7-6C4F-51BF-9450F2B64573}"/>
                </a:ext>
              </a:extLst>
            </p:cNvPr>
            <p:cNvSpPr txBox="1"/>
            <p:nvPr/>
          </p:nvSpPr>
          <p:spPr>
            <a:xfrm>
              <a:off x="1047414" y="1127903"/>
              <a:ext cx="4920143" cy="1102558"/>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142240" tIns="12700" rIns="12700" bIns="12700" numCol="1" spcCol="1270" anchor="ctr" anchorCtr="0">
              <a:noAutofit/>
            </a:bodyPr>
            <a:lstStyle/>
            <a:p>
              <a:pPr marL="228600" lvl="1" indent="-228600" defTabSz="889000">
                <a:lnSpc>
                  <a:spcPct val="90000"/>
                </a:lnSpc>
                <a:spcAft>
                  <a:spcPct val="15000"/>
                </a:spcAft>
                <a:buChar char="•"/>
              </a:pPr>
              <a:r>
                <a:rPr lang="ja-JP" altLang="en-US" dirty="0">
                  <a:latin typeface="Yu Gothic UI" panose="020B0500000000000000" pitchFamily="50" charset="-128"/>
                  <a:ea typeface="Yu Gothic UI" panose="020B0500000000000000" pitchFamily="50" charset="-128"/>
                </a:rPr>
                <a:t>整理した事実から解説・要約のドキュメントを生成</a:t>
              </a:r>
            </a:p>
          </p:txBody>
        </p:sp>
      </p:grpSp>
      <p:sp>
        <p:nvSpPr>
          <p:cNvPr id="45" name="四角形: 上の 2 つの角を丸める 4">
            <a:extLst>
              <a:ext uri="{FF2B5EF4-FFF2-40B4-BE49-F238E27FC236}">
                <a16:creationId xmlns:a16="http://schemas.microsoft.com/office/drawing/2014/main" id="{9DF076E4-790A-80FA-3E42-4516A5AFA172}"/>
              </a:ext>
            </a:extLst>
          </p:cNvPr>
          <p:cNvSpPr txBox="1"/>
          <p:nvPr/>
        </p:nvSpPr>
        <p:spPr>
          <a:xfrm>
            <a:off x="2934156" y="1801608"/>
            <a:ext cx="6532887" cy="44102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142240" tIns="12700" rIns="12700" bIns="12700" numCol="1" spcCol="1270" anchor="ctr" anchorCtr="0">
            <a:noAutofit/>
          </a:bodyPr>
          <a:lstStyle/>
          <a:p>
            <a:pPr marL="0" lvl="1" defTabSz="889000">
              <a:lnSpc>
                <a:spcPct val="90000"/>
              </a:lnSpc>
              <a:spcAft>
                <a:spcPct val="15000"/>
              </a:spcAft>
            </a:pPr>
            <a:r>
              <a:rPr lang="en-US" altLang="ja-JP" dirty="0">
                <a:latin typeface="Yu Gothic UI" panose="020B0500000000000000" pitchFamily="50" charset="-128"/>
                <a:ea typeface="Yu Gothic UI" panose="020B0500000000000000" pitchFamily="50" charset="-128"/>
              </a:rPr>
              <a:t>※ </a:t>
            </a:r>
            <a:r>
              <a:rPr lang="ja-JP" altLang="en-US" dirty="0">
                <a:latin typeface="Yu Gothic UI" panose="020B0500000000000000" pitchFamily="50" charset="-128"/>
                <a:ea typeface="Yu Gothic UI" panose="020B0500000000000000" pitchFamily="50" charset="-128"/>
              </a:rPr>
              <a:t>事前準備として、特定機能に関連する仕様書を収集</a:t>
            </a:r>
          </a:p>
        </p:txBody>
      </p:sp>
    </p:spTree>
    <p:extLst>
      <p:ext uri="{BB962C8B-B14F-4D97-AF65-F5344CB8AC3E}">
        <p14:creationId xmlns:p14="http://schemas.microsoft.com/office/powerpoint/2010/main" val="17045301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93A9A87-5077-0C0B-3338-DC38BEC2D4E2}"/>
              </a:ext>
            </a:extLst>
          </p:cNvPr>
          <p:cNvSpPr>
            <a:spLocks noGrp="1"/>
          </p:cNvSpPr>
          <p:nvPr>
            <p:ph type="title"/>
          </p:nvPr>
        </p:nvSpPr>
        <p:spPr/>
        <p:txBody>
          <a:bodyPr/>
          <a:lstStyle/>
          <a:p>
            <a:r>
              <a:rPr kumimoji="1" lang="ja-JP" altLang="en-US" dirty="0"/>
              <a:t>現在の課題：カテゴリの誤認</a:t>
            </a:r>
          </a:p>
        </p:txBody>
      </p:sp>
      <p:sp>
        <p:nvSpPr>
          <p:cNvPr id="3" name="コンテンツ プレースホルダー 2">
            <a:extLst>
              <a:ext uri="{FF2B5EF4-FFF2-40B4-BE49-F238E27FC236}">
                <a16:creationId xmlns:a16="http://schemas.microsoft.com/office/drawing/2014/main" id="{37308A07-7EA5-13F5-DA68-4190EF6F7905}"/>
              </a:ext>
            </a:extLst>
          </p:cNvPr>
          <p:cNvSpPr>
            <a:spLocks noGrp="1"/>
          </p:cNvSpPr>
          <p:nvPr>
            <p:ph idx="1"/>
          </p:nvPr>
        </p:nvSpPr>
        <p:spPr/>
        <p:txBody>
          <a:bodyPr/>
          <a:lstStyle/>
          <a:p>
            <a:r>
              <a:rPr lang="ja-JP" altLang="en-US" dirty="0">
                <a:latin typeface="Yu Gothic UI" panose="020B0500000000000000" pitchFamily="50" charset="-128"/>
                <a:ea typeface="Yu Gothic UI" panose="020B0500000000000000" pitchFamily="50" charset="-128"/>
              </a:rPr>
              <a:t>課題</a:t>
            </a:r>
            <a:endParaRPr lang="en-US" altLang="ja-JP" dirty="0">
              <a:latin typeface="Yu Gothic UI" panose="020B0500000000000000" pitchFamily="50" charset="-128"/>
              <a:ea typeface="Yu Gothic UI" panose="020B0500000000000000" pitchFamily="50" charset="-128"/>
            </a:endParaRPr>
          </a:p>
          <a:p>
            <a:pPr lvl="1"/>
            <a:r>
              <a:rPr lang="en-US" altLang="ja-JP" dirty="0">
                <a:latin typeface="Yu Gothic UI" panose="020B0500000000000000" pitchFamily="50" charset="-128"/>
                <a:ea typeface="Yu Gothic UI" panose="020B0500000000000000" pitchFamily="50" charset="-128"/>
              </a:rPr>
              <a:t>Extract(</a:t>
            </a:r>
            <a:r>
              <a:rPr lang="ja-JP" altLang="en-US" dirty="0">
                <a:latin typeface="Yu Gothic UI" panose="020B0500000000000000" pitchFamily="50" charset="-128"/>
                <a:ea typeface="Yu Gothic UI" panose="020B0500000000000000" pitchFamily="50" charset="-128"/>
              </a:rPr>
              <a:t>抽出</a:t>
            </a:r>
            <a:r>
              <a:rPr lang="en-US" altLang="ja-JP" dirty="0">
                <a:latin typeface="Yu Gothic UI" panose="020B0500000000000000" pitchFamily="50" charset="-128"/>
                <a:ea typeface="Yu Gothic UI" panose="020B0500000000000000" pitchFamily="50" charset="-128"/>
              </a:rPr>
              <a:t>)</a:t>
            </a:r>
            <a:r>
              <a:rPr lang="ja-JP" altLang="en-US" dirty="0">
                <a:latin typeface="Yu Gothic UI" panose="020B0500000000000000" pitchFamily="50" charset="-128"/>
                <a:ea typeface="Yu Gothic UI" panose="020B0500000000000000" pitchFamily="50" charset="-128"/>
              </a:rPr>
              <a:t>フェーズでは、</a:t>
            </a:r>
            <a:r>
              <a:rPr lang="en-US" altLang="ja-JP" dirty="0">
                <a:latin typeface="Yu Gothic UI" panose="020B0500000000000000" pitchFamily="50" charset="-128"/>
                <a:ea typeface="Yu Gothic UI" panose="020B0500000000000000" pitchFamily="50" charset="-128"/>
              </a:rPr>
              <a:t>LLM </a:t>
            </a:r>
            <a:r>
              <a:rPr lang="ja-JP" altLang="en-US" dirty="0">
                <a:latin typeface="Yu Gothic UI" panose="020B0500000000000000" pitchFamily="50" charset="-128"/>
                <a:ea typeface="Yu Gothic UI" panose="020B0500000000000000" pitchFamily="50" charset="-128"/>
              </a:rPr>
              <a:t>にその種類</a:t>
            </a:r>
            <a:r>
              <a:rPr lang="en-US" altLang="ja-JP" dirty="0">
                <a:latin typeface="Yu Gothic UI" panose="020B0500000000000000" pitchFamily="50" charset="-128"/>
                <a:ea typeface="Yu Gothic UI" panose="020B0500000000000000" pitchFamily="50" charset="-128"/>
              </a:rPr>
              <a:t>(</a:t>
            </a:r>
            <a:r>
              <a:rPr lang="ja-JP" altLang="en-US" dirty="0">
                <a:latin typeface="Yu Gothic UI" panose="020B0500000000000000" pitchFamily="50" charset="-128"/>
                <a:ea typeface="Yu Gothic UI" panose="020B0500000000000000" pitchFamily="50" charset="-128"/>
              </a:rPr>
              <a:t>カテゴリ</a:t>
            </a:r>
            <a:r>
              <a:rPr lang="en-US" altLang="ja-JP" dirty="0">
                <a:latin typeface="Yu Gothic UI" panose="020B0500000000000000" pitchFamily="50" charset="-128"/>
                <a:ea typeface="Yu Gothic UI" panose="020B0500000000000000" pitchFamily="50" charset="-128"/>
              </a:rPr>
              <a:t>)</a:t>
            </a:r>
            <a:r>
              <a:rPr lang="ja-JP" altLang="en-US" dirty="0">
                <a:latin typeface="Yu Gothic UI" panose="020B0500000000000000" pitchFamily="50" charset="-128"/>
                <a:ea typeface="Yu Gothic UI" panose="020B0500000000000000" pitchFamily="50" charset="-128"/>
              </a:rPr>
              <a:t> も判断させながら事実を抽出している</a:t>
            </a:r>
            <a:endParaRPr lang="en-US" altLang="ja-JP" dirty="0">
              <a:latin typeface="Yu Gothic UI" panose="020B0500000000000000" pitchFamily="50" charset="-128"/>
              <a:ea typeface="Yu Gothic UI" panose="020B0500000000000000" pitchFamily="50" charset="-128"/>
            </a:endParaRPr>
          </a:p>
          <a:p>
            <a:pPr lvl="2"/>
            <a:r>
              <a:rPr lang="ja-JP" altLang="en-US" dirty="0">
                <a:latin typeface="Yu Gothic UI" panose="020B0500000000000000" pitchFamily="50" charset="-128"/>
                <a:ea typeface="Yu Gothic UI" panose="020B0500000000000000" pitchFamily="50" charset="-128"/>
              </a:rPr>
              <a:t>例えば </a:t>
            </a:r>
            <a:r>
              <a:rPr lang="en-US" altLang="ja-JP" dirty="0">
                <a:latin typeface="Yu Gothic UI" panose="020B0500000000000000" pitchFamily="50" charset="-128"/>
                <a:ea typeface="Yu Gothic UI" panose="020B0500000000000000" pitchFamily="50" charset="-128"/>
              </a:rPr>
              <a:t>&lt;</a:t>
            </a:r>
            <a:r>
              <a:rPr lang="ja-JP" altLang="en-US" dirty="0">
                <a:latin typeface="Yu Gothic UI" panose="020B0500000000000000" pitchFamily="50" charset="-128"/>
                <a:ea typeface="Yu Gothic UI" panose="020B0500000000000000" pitchFamily="50" charset="-128"/>
              </a:rPr>
              <a:t>構成要素</a:t>
            </a:r>
            <a:r>
              <a:rPr lang="en-US" altLang="ja-JP" dirty="0">
                <a:latin typeface="Yu Gothic UI" panose="020B0500000000000000" pitchFamily="50" charset="-128"/>
                <a:ea typeface="Yu Gothic UI" panose="020B0500000000000000" pitchFamily="50" charset="-128"/>
              </a:rPr>
              <a:t>&gt;</a:t>
            </a:r>
            <a:r>
              <a:rPr lang="ja-JP" altLang="en-US" dirty="0">
                <a:latin typeface="Yu Gothic UI" panose="020B0500000000000000" pitchFamily="50" charset="-128"/>
                <a:ea typeface="Yu Gothic UI" panose="020B0500000000000000" pitchFamily="50" charset="-128"/>
              </a:rPr>
              <a:t>に関する事実、</a:t>
            </a:r>
            <a:r>
              <a:rPr lang="en-US" altLang="ja-JP" dirty="0">
                <a:latin typeface="Yu Gothic UI" panose="020B0500000000000000" pitchFamily="50" charset="-128"/>
                <a:ea typeface="Yu Gothic UI" panose="020B0500000000000000" pitchFamily="50" charset="-128"/>
              </a:rPr>
              <a:t>&lt;</a:t>
            </a:r>
            <a:r>
              <a:rPr lang="ja-JP" altLang="en-US" dirty="0">
                <a:latin typeface="Yu Gothic UI" panose="020B0500000000000000" pitchFamily="50" charset="-128"/>
                <a:ea typeface="Yu Gothic UI" panose="020B0500000000000000" pitchFamily="50" charset="-128"/>
              </a:rPr>
              <a:t>データ構造</a:t>
            </a:r>
            <a:r>
              <a:rPr lang="en-US" altLang="ja-JP" dirty="0">
                <a:latin typeface="Yu Gothic UI" panose="020B0500000000000000" pitchFamily="50" charset="-128"/>
                <a:ea typeface="Yu Gothic UI" panose="020B0500000000000000" pitchFamily="50" charset="-128"/>
              </a:rPr>
              <a:t>&gt;</a:t>
            </a:r>
            <a:r>
              <a:rPr lang="ja-JP" altLang="en-US" dirty="0">
                <a:latin typeface="Yu Gothic UI" panose="020B0500000000000000" pitchFamily="50" charset="-128"/>
                <a:ea typeface="Yu Gothic UI" panose="020B0500000000000000" pitchFamily="50" charset="-128"/>
              </a:rPr>
              <a:t>に関する事実、</a:t>
            </a:r>
            <a:r>
              <a:rPr lang="en-US" altLang="ja-JP" dirty="0">
                <a:latin typeface="Yu Gothic UI" panose="020B0500000000000000" pitchFamily="50" charset="-128"/>
                <a:ea typeface="Yu Gothic UI" panose="020B0500000000000000" pitchFamily="50" charset="-128"/>
              </a:rPr>
              <a:t>&lt;</a:t>
            </a:r>
            <a:r>
              <a:rPr lang="ja-JP" altLang="en-US" dirty="0">
                <a:latin typeface="Yu Gothic UI" panose="020B0500000000000000" pitchFamily="50" charset="-128"/>
                <a:ea typeface="Yu Gothic UI" panose="020B0500000000000000" pitchFamily="50" charset="-128"/>
              </a:rPr>
              <a:t>振舞い</a:t>
            </a:r>
            <a:r>
              <a:rPr lang="en-US" altLang="ja-JP" dirty="0">
                <a:latin typeface="Yu Gothic UI" panose="020B0500000000000000" pitchFamily="50" charset="-128"/>
                <a:ea typeface="Yu Gothic UI" panose="020B0500000000000000" pitchFamily="50" charset="-128"/>
              </a:rPr>
              <a:t>&gt;</a:t>
            </a:r>
            <a:r>
              <a:rPr lang="ja-JP" altLang="en-US" dirty="0">
                <a:latin typeface="Yu Gothic UI" panose="020B0500000000000000" pitchFamily="50" charset="-128"/>
                <a:ea typeface="Yu Gothic UI" panose="020B0500000000000000" pitchFamily="50" charset="-128"/>
              </a:rPr>
              <a:t>に関する事実、</a:t>
            </a:r>
            <a:r>
              <a:rPr lang="en-US" altLang="ja-JP" dirty="0">
                <a:latin typeface="Yu Gothic UI" panose="020B0500000000000000" pitchFamily="50" charset="-128"/>
                <a:ea typeface="Yu Gothic UI" panose="020B0500000000000000" pitchFamily="50" charset="-128"/>
              </a:rPr>
              <a:t>...</a:t>
            </a:r>
          </a:p>
          <a:p>
            <a:pPr lvl="2"/>
            <a:endParaRPr lang="en-US" altLang="ja-JP" sz="800" dirty="0">
              <a:latin typeface="Yu Gothic UI" panose="020B0500000000000000" pitchFamily="50" charset="-128"/>
              <a:ea typeface="Yu Gothic UI" panose="020B0500000000000000" pitchFamily="50" charset="-128"/>
            </a:endParaRPr>
          </a:p>
          <a:p>
            <a:pPr lvl="1"/>
            <a:r>
              <a:rPr lang="ja-JP" altLang="en-US" dirty="0">
                <a:latin typeface="Yu Gothic UI" panose="020B0500000000000000" pitchFamily="50" charset="-128"/>
                <a:ea typeface="Yu Gothic UI" panose="020B0500000000000000" pitchFamily="50" charset="-128"/>
              </a:rPr>
              <a:t>単に「カテゴリを判断しながら事実を抜き出せ」だと、その段階で </a:t>
            </a:r>
            <a:r>
              <a:rPr lang="en-US" altLang="ja-JP" dirty="0">
                <a:latin typeface="Yu Gothic UI" panose="020B0500000000000000" pitchFamily="50" charset="-128"/>
                <a:ea typeface="Yu Gothic UI" panose="020B0500000000000000" pitchFamily="50" charset="-128"/>
              </a:rPr>
              <a:t>LLM </a:t>
            </a:r>
            <a:r>
              <a:rPr lang="ja-JP" altLang="en-US" dirty="0">
                <a:latin typeface="Yu Gothic UI" panose="020B0500000000000000" pitchFamily="50" charset="-128"/>
                <a:ea typeface="Yu Gothic UI" panose="020B0500000000000000" pitchFamily="50" charset="-128"/>
              </a:rPr>
              <a:t>の </a:t>
            </a:r>
            <a:r>
              <a:rPr lang="en-US" altLang="ja-JP" dirty="0">
                <a:latin typeface="Yu Gothic UI" panose="020B0500000000000000" pitchFamily="50" charset="-128"/>
                <a:ea typeface="Yu Gothic UI" panose="020B0500000000000000" pitchFamily="50" charset="-128"/>
              </a:rPr>
              <a:t>“</a:t>
            </a:r>
            <a:r>
              <a:rPr lang="ja-JP" altLang="en-US" dirty="0">
                <a:latin typeface="Yu Gothic UI" panose="020B0500000000000000" pitchFamily="50" charset="-128"/>
                <a:ea typeface="Yu Gothic UI" panose="020B0500000000000000" pitchFamily="50" charset="-128"/>
              </a:rPr>
              <a:t>憶測</a:t>
            </a:r>
            <a:r>
              <a:rPr lang="en-US" altLang="ja-JP" dirty="0">
                <a:latin typeface="Yu Gothic UI" panose="020B0500000000000000" pitchFamily="50" charset="-128"/>
                <a:ea typeface="Yu Gothic UI" panose="020B0500000000000000" pitchFamily="50" charset="-128"/>
              </a:rPr>
              <a:t>” </a:t>
            </a:r>
            <a:r>
              <a:rPr lang="ja-JP" altLang="en-US" dirty="0">
                <a:latin typeface="Yu Gothic UI" panose="020B0500000000000000" pitchFamily="50" charset="-128"/>
                <a:ea typeface="Yu Gothic UI" panose="020B0500000000000000" pitchFamily="50" charset="-128"/>
              </a:rPr>
              <a:t>が入ってしまう</a:t>
            </a:r>
            <a:endParaRPr lang="en-US" altLang="ja-JP" dirty="0">
              <a:latin typeface="Yu Gothic UI" panose="020B0500000000000000" pitchFamily="50" charset="-128"/>
              <a:ea typeface="Yu Gothic UI" panose="020B0500000000000000" pitchFamily="50" charset="-128"/>
            </a:endParaRPr>
          </a:p>
          <a:p>
            <a:pPr lvl="2"/>
            <a:r>
              <a:rPr lang="ja-JP" altLang="en-US" dirty="0">
                <a:latin typeface="Yu Gothic UI" panose="020B0500000000000000" pitchFamily="50" charset="-128"/>
                <a:ea typeface="Yu Gothic UI" panose="020B0500000000000000" pitchFamily="50" charset="-128"/>
              </a:rPr>
              <a:t>例えば：</a:t>
            </a:r>
            <a:endParaRPr kumimoji="1" lang="ja-JP" altLang="en-US" dirty="0"/>
          </a:p>
        </p:txBody>
      </p:sp>
      <p:pic>
        <p:nvPicPr>
          <p:cNvPr id="5" name="図 4">
            <a:extLst>
              <a:ext uri="{FF2B5EF4-FFF2-40B4-BE49-F238E27FC236}">
                <a16:creationId xmlns:a16="http://schemas.microsoft.com/office/drawing/2014/main" id="{7CDB694E-EAE5-52DA-EA50-916D4ABEA9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1188" y="3996451"/>
            <a:ext cx="5705475" cy="1476375"/>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99DDB992-9BDF-9241-D67C-19932EDCA870}"/>
              </a:ext>
            </a:extLst>
          </p:cNvPr>
          <p:cNvSpPr txBox="1"/>
          <p:nvPr/>
        </p:nvSpPr>
        <p:spPr>
          <a:xfrm>
            <a:off x="7489738" y="3699735"/>
            <a:ext cx="4246675" cy="1892826"/>
          </a:xfrm>
          <a:prstGeom prst="rect">
            <a:avLst/>
          </a:prstGeom>
          <a:noFill/>
          <a:ln>
            <a:solidFill>
              <a:schemeClr val="bg1">
                <a:lumMod val="65000"/>
              </a:schemeClr>
            </a:solidFill>
            <a:prstDash val="dash"/>
          </a:ln>
        </p:spPr>
        <p:txBody>
          <a:bodyPr wrap="none" rtlCol="0">
            <a:spAutoFit/>
          </a:bodyPr>
          <a:lstStyle/>
          <a:p>
            <a:r>
              <a:rPr kumimoji="1" lang="en-US" altLang="ja-JP" sz="900" dirty="0">
                <a:latin typeface="Yu Gothic UI" panose="020B0500000000000000" pitchFamily="50" charset="-128"/>
                <a:ea typeface="Yu Gothic UI" panose="020B0500000000000000" pitchFamily="50" charset="-128"/>
              </a:rPr>
              <a:t>{</a:t>
            </a:r>
            <a:r>
              <a:rPr kumimoji="1" lang="en-US" altLang="ja-JP" sz="900" dirty="0" err="1">
                <a:latin typeface="Yu Gothic UI" panose="020B0500000000000000" pitchFamily="50" charset="-128"/>
                <a:ea typeface="Yu Gothic UI" panose="020B0500000000000000" pitchFamily="50" charset="-128"/>
              </a:rPr>
              <a:t>file_name</a:t>
            </a:r>
            <a:r>
              <a:rPr kumimoji="1" lang="en-US" altLang="ja-JP" sz="900" dirty="0">
                <a:latin typeface="Yu Gothic UI" panose="020B0500000000000000" pitchFamily="50" charset="-128"/>
                <a:ea typeface="Yu Gothic UI" panose="020B0500000000000000" pitchFamily="50" charset="-128"/>
              </a:rPr>
              <a:t>: “01_</a:t>
            </a:r>
            <a:r>
              <a:rPr kumimoji="1" lang="ja-JP" altLang="en-US" sz="900" dirty="0">
                <a:latin typeface="Yu Gothic UI" panose="020B0500000000000000" pitchFamily="50" charset="-128"/>
                <a:ea typeface="Yu Gothic UI" panose="020B0500000000000000" pitchFamily="50" charset="-128"/>
              </a:rPr>
              <a:t>機能仕様</a:t>
            </a:r>
            <a:r>
              <a:rPr kumimoji="1" lang="en-US" altLang="ja-JP" sz="900" dirty="0">
                <a:latin typeface="Yu Gothic UI" panose="020B0500000000000000" pitchFamily="50" charset="-128"/>
                <a:ea typeface="Yu Gothic UI" panose="020B0500000000000000" pitchFamily="50" charset="-128"/>
              </a:rPr>
              <a:t>_C</a:t>
            </a:r>
            <a:r>
              <a:rPr kumimoji="1" lang="ja-JP" altLang="en-US" sz="900" dirty="0">
                <a:latin typeface="Yu Gothic UI" panose="020B0500000000000000" pitchFamily="50" charset="-128"/>
                <a:ea typeface="Yu Gothic UI" panose="020B0500000000000000" pitchFamily="50" charset="-128"/>
              </a:rPr>
              <a:t>型補正値ファイル生成機能</a:t>
            </a:r>
            <a:r>
              <a:rPr kumimoji="1" lang="en-US" altLang="ja-JP" sz="900" dirty="0">
                <a:latin typeface="Yu Gothic UI" panose="020B0500000000000000" pitchFamily="50" charset="-128"/>
                <a:ea typeface="Yu Gothic UI" panose="020B0500000000000000" pitchFamily="50" charset="-128"/>
              </a:rPr>
              <a:t>_</a:t>
            </a:r>
            <a:r>
              <a:rPr kumimoji="1" lang="ja-JP" altLang="en-US" sz="900" dirty="0">
                <a:latin typeface="Yu Gothic UI" panose="020B0500000000000000" pitchFamily="50" charset="-128"/>
                <a:ea typeface="Yu Gothic UI" panose="020B0500000000000000" pitchFamily="50" charset="-128"/>
              </a:rPr>
              <a:t>最適化定型処理</a:t>
            </a:r>
            <a:r>
              <a:rPr kumimoji="1" lang="en-US" altLang="ja-JP" sz="900" dirty="0">
                <a:latin typeface="Yu Gothic UI" panose="020B0500000000000000" pitchFamily="50" charset="-128"/>
                <a:ea typeface="Yu Gothic UI" panose="020B0500000000000000" pitchFamily="50" charset="-128"/>
              </a:rPr>
              <a:t>.xlsx”,</a:t>
            </a:r>
          </a:p>
          <a:p>
            <a:r>
              <a:rPr lang="en-US" altLang="ja-JP" sz="900" dirty="0">
                <a:latin typeface="Yu Gothic UI" panose="020B0500000000000000" pitchFamily="50" charset="-128"/>
                <a:ea typeface="Yu Gothic UI" panose="020B0500000000000000" pitchFamily="50" charset="-128"/>
              </a:rPr>
              <a:t> </a:t>
            </a:r>
            <a:r>
              <a:rPr lang="en-US" altLang="ja-JP" sz="900" dirty="0" err="1">
                <a:latin typeface="Yu Gothic UI" panose="020B0500000000000000" pitchFamily="50" charset="-128"/>
                <a:ea typeface="Yu Gothic UI" panose="020B0500000000000000" pitchFamily="50" charset="-128"/>
              </a:rPr>
              <a:t>section_name</a:t>
            </a:r>
            <a:r>
              <a:rPr lang="en-US" altLang="ja-JP" sz="900" dirty="0">
                <a:latin typeface="Yu Gothic UI" panose="020B0500000000000000" pitchFamily="50" charset="-128"/>
                <a:ea typeface="Yu Gothic UI" panose="020B0500000000000000" pitchFamily="50" charset="-128"/>
              </a:rPr>
              <a:t>”: “&lt;&lt;</a:t>
            </a:r>
            <a:r>
              <a:rPr lang="ja-JP" altLang="en-US" sz="900" dirty="0">
                <a:latin typeface="Yu Gothic UI" panose="020B0500000000000000" pitchFamily="50" charset="-128"/>
                <a:ea typeface="Yu Gothic UI" panose="020B0500000000000000" pitchFamily="50" charset="-128"/>
              </a:rPr>
              <a:t>仕様</a:t>
            </a:r>
            <a:r>
              <a:rPr lang="en-US" altLang="ja-JP" sz="900" dirty="0">
                <a:latin typeface="Yu Gothic UI" panose="020B0500000000000000" pitchFamily="50" charset="-128"/>
                <a:ea typeface="Yu Gothic UI" panose="020B0500000000000000" pitchFamily="50" charset="-128"/>
              </a:rPr>
              <a:t>&gt;&gt;</a:t>
            </a:r>
            <a:r>
              <a:rPr lang="ja-JP" altLang="en-US" sz="900" dirty="0">
                <a:latin typeface="Yu Gothic UI" panose="020B0500000000000000" pitchFamily="50" charset="-128"/>
                <a:ea typeface="Yu Gothic UI" panose="020B0500000000000000" pitchFamily="50" charset="-128"/>
              </a:rPr>
              <a:t>定型最適化</a:t>
            </a:r>
            <a:r>
              <a:rPr lang="en-US" altLang="ja-JP" sz="900" dirty="0">
                <a:latin typeface="Yu Gothic UI" panose="020B0500000000000000" pitchFamily="50" charset="-128"/>
                <a:ea typeface="Yu Gothic UI" panose="020B0500000000000000" pitchFamily="50" charset="-128"/>
              </a:rPr>
              <a:t>”,</a:t>
            </a:r>
          </a:p>
          <a:p>
            <a:r>
              <a:rPr kumimoji="1" lang="en-US" altLang="ja-JP" sz="900" dirty="0">
                <a:latin typeface="Yu Gothic UI" panose="020B0500000000000000" pitchFamily="50" charset="-128"/>
                <a:ea typeface="Yu Gothic UI" panose="020B0500000000000000" pitchFamily="50" charset="-128"/>
              </a:rPr>
              <a:t> </a:t>
            </a:r>
            <a:r>
              <a:rPr lang="en-US" altLang="ja-JP" sz="900" dirty="0">
                <a:latin typeface="Yu Gothic UI" panose="020B0500000000000000" pitchFamily="50" charset="-128"/>
                <a:ea typeface="Yu Gothic UI" panose="020B0500000000000000" pitchFamily="50" charset="-128"/>
              </a:rPr>
              <a:t>category: “</a:t>
            </a:r>
            <a:r>
              <a:rPr lang="en-US" altLang="ja-JP" sz="900" dirty="0">
                <a:solidFill>
                  <a:srgbClr val="FF0000"/>
                </a:solidFill>
                <a:latin typeface="Yu Gothic UI" panose="020B0500000000000000" pitchFamily="50" charset="-128"/>
                <a:ea typeface="Yu Gothic UI" panose="020B0500000000000000" pitchFamily="50" charset="-128"/>
              </a:rPr>
              <a:t>structure</a:t>
            </a:r>
            <a:r>
              <a:rPr lang="en-US" altLang="ja-JP" sz="900" dirty="0">
                <a:latin typeface="Yu Gothic UI" panose="020B0500000000000000" pitchFamily="50" charset="-128"/>
                <a:ea typeface="Yu Gothic UI" panose="020B0500000000000000" pitchFamily="50" charset="-128"/>
              </a:rPr>
              <a:t>”,</a:t>
            </a:r>
          </a:p>
          <a:p>
            <a:r>
              <a:rPr kumimoji="1" lang="en-US" altLang="ja-JP" sz="900" dirty="0">
                <a:latin typeface="Yu Gothic UI" panose="020B0500000000000000" pitchFamily="50" charset="-128"/>
                <a:ea typeface="Yu Gothic UI" panose="020B0500000000000000" pitchFamily="50" charset="-128"/>
              </a:rPr>
              <a:t> </a:t>
            </a:r>
            <a:r>
              <a:rPr lang="en-US" altLang="ja-JP" sz="900" dirty="0" err="1">
                <a:latin typeface="Yu Gothic UI" panose="020B0500000000000000" pitchFamily="50" charset="-128"/>
                <a:ea typeface="Yu Gothic UI" panose="020B0500000000000000" pitchFamily="50" charset="-128"/>
              </a:rPr>
              <a:t>fact_cards</a:t>
            </a:r>
            <a:r>
              <a:rPr lang="en-US" altLang="ja-JP" sz="900" dirty="0">
                <a:latin typeface="Yu Gothic UI" panose="020B0500000000000000" pitchFamily="50" charset="-128"/>
                <a:ea typeface="Yu Gothic UI" panose="020B0500000000000000" pitchFamily="50" charset="-128"/>
              </a:rPr>
              <a:t>: [</a:t>
            </a:r>
          </a:p>
          <a:p>
            <a:r>
              <a:rPr kumimoji="1" lang="en-US" altLang="ja-JP" sz="900" dirty="0">
                <a:latin typeface="Yu Gothic UI" panose="020B0500000000000000" pitchFamily="50" charset="-128"/>
                <a:ea typeface="Yu Gothic UI" panose="020B0500000000000000" pitchFamily="50" charset="-128"/>
              </a:rPr>
              <a:t>   { tag: “</a:t>
            </a:r>
            <a:r>
              <a:rPr kumimoji="1" lang="ja-JP" altLang="en-US" sz="900" dirty="0">
                <a:solidFill>
                  <a:srgbClr val="FF0000"/>
                </a:solidFill>
                <a:latin typeface="Yu Gothic UI" panose="020B0500000000000000" pitchFamily="50" charset="-128"/>
                <a:ea typeface="Yu Gothic UI" panose="020B0500000000000000" pitchFamily="50" charset="-128"/>
              </a:rPr>
              <a:t>構成要素</a:t>
            </a:r>
            <a:r>
              <a:rPr kumimoji="1" lang="en-US" altLang="ja-JP" sz="900" dirty="0">
                <a:latin typeface="Yu Gothic UI" panose="020B0500000000000000" pitchFamily="50" charset="-128"/>
                <a:ea typeface="Yu Gothic UI" panose="020B0500000000000000" pitchFamily="50" charset="-128"/>
              </a:rPr>
              <a:t>”,</a:t>
            </a:r>
          </a:p>
          <a:p>
            <a:r>
              <a:rPr lang="en-US" altLang="ja-JP" sz="900" dirty="0">
                <a:latin typeface="Yu Gothic UI" panose="020B0500000000000000" pitchFamily="50" charset="-128"/>
                <a:ea typeface="Yu Gothic UI" panose="020B0500000000000000" pitchFamily="50" charset="-128"/>
              </a:rPr>
              <a:t>      content: “C</a:t>
            </a:r>
            <a:r>
              <a:rPr lang="ja-JP" altLang="en-US" sz="900" dirty="0">
                <a:latin typeface="Yu Gothic UI" panose="020B0500000000000000" pitchFamily="50" charset="-128"/>
                <a:ea typeface="Yu Gothic UI" panose="020B0500000000000000" pitchFamily="50" charset="-128"/>
              </a:rPr>
              <a:t>型補正値ファイル生成機能は「</a:t>
            </a:r>
            <a:r>
              <a:rPr lang="en-US" altLang="ja-JP" sz="900" dirty="0">
                <a:latin typeface="Yu Gothic UI" panose="020B0500000000000000" pitchFamily="50" charset="-128"/>
                <a:ea typeface="Yu Gothic UI" panose="020B0500000000000000" pitchFamily="50" charset="-128"/>
              </a:rPr>
              <a:t>C</a:t>
            </a:r>
            <a:r>
              <a:rPr lang="ja-JP" altLang="en-US" sz="900" dirty="0">
                <a:latin typeface="Yu Gothic UI" panose="020B0500000000000000" pitchFamily="50" charset="-128"/>
                <a:ea typeface="Yu Gothic UI" panose="020B0500000000000000" pitchFamily="50" charset="-128"/>
              </a:rPr>
              <a:t>型補正値ファイル生成」処理を含む</a:t>
            </a:r>
            <a:r>
              <a:rPr lang="en-US" altLang="ja-JP" sz="900" dirty="0">
                <a:latin typeface="Yu Gothic UI" panose="020B0500000000000000" pitchFamily="50" charset="-128"/>
                <a:ea typeface="Yu Gothic UI" panose="020B0500000000000000" pitchFamily="50" charset="-128"/>
              </a:rPr>
              <a:t>”,</a:t>
            </a:r>
          </a:p>
          <a:p>
            <a:r>
              <a:rPr kumimoji="1" lang="en-US" altLang="ja-JP" sz="900" dirty="0">
                <a:latin typeface="Yu Gothic UI" panose="020B0500000000000000" pitchFamily="50" charset="-128"/>
                <a:ea typeface="Yu Gothic UI" panose="020B0500000000000000" pitchFamily="50" charset="-128"/>
              </a:rPr>
              <a:t>   },</a:t>
            </a:r>
          </a:p>
          <a:p>
            <a:r>
              <a:rPr lang="en-US" altLang="ja-JP" sz="900" dirty="0">
                <a:latin typeface="Yu Gothic UI" panose="020B0500000000000000" pitchFamily="50" charset="-128"/>
                <a:ea typeface="Yu Gothic UI" panose="020B0500000000000000" pitchFamily="50" charset="-128"/>
              </a:rPr>
              <a:t>   { tag: “</a:t>
            </a:r>
            <a:r>
              <a:rPr lang="ja-JP" altLang="en-US" sz="900" dirty="0">
                <a:solidFill>
                  <a:srgbClr val="FF0000"/>
                </a:solidFill>
                <a:latin typeface="Yu Gothic UI" panose="020B0500000000000000" pitchFamily="50" charset="-128"/>
                <a:ea typeface="Yu Gothic UI" panose="020B0500000000000000" pitchFamily="50" charset="-128"/>
              </a:rPr>
              <a:t>構成要素</a:t>
            </a:r>
            <a:r>
              <a:rPr lang="en-US" altLang="ja-JP" sz="900" dirty="0">
                <a:latin typeface="Yu Gothic UI" panose="020B0500000000000000" pitchFamily="50" charset="-128"/>
                <a:ea typeface="Yu Gothic UI" panose="020B0500000000000000" pitchFamily="50" charset="-128"/>
              </a:rPr>
              <a:t>”,</a:t>
            </a:r>
          </a:p>
          <a:p>
            <a:r>
              <a:rPr kumimoji="1" lang="en-US" altLang="ja-JP" sz="900" dirty="0">
                <a:latin typeface="Yu Gothic UI" panose="020B0500000000000000" pitchFamily="50" charset="-128"/>
                <a:ea typeface="Yu Gothic UI" panose="020B0500000000000000" pitchFamily="50" charset="-128"/>
              </a:rPr>
              <a:t>      content: “</a:t>
            </a:r>
            <a:r>
              <a:rPr kumimoji="1" lang="ja-JP" altLang="en-US" sz="900" dirty="0">
                <a:latin typeface="Yu Gothic UI" panose="020B0500000000000000" pitchFamily="50" charset="-128"/>
                <a:ea typeface="Yu Gothic UI" panose="020B0500000000000000" pitchFamily="50" charset="-128"/>
              </a:rPr>
              <a:t>露光ショット補正値計算本処理</a:t>
            </a:r>
            <a:r>
              <a:rPr lang="ja-JP" altLang="en-US" sz="900" dirty="0">
                <a:latin typeface="Yu Gothic UI" panose="020B0500000000000000" pitchFamily="50" charset="-128"/>
                <a:ea typeface="Yu Gothic UI" panose="020B0500000000000000" pitchFamily="50" charset="-128"/>
              </a:rPr>
              <a:t>を含む</a:t>
            </a:r>
            <a:r>
              <a:rPr lang="en-US" altLang="ja-JP" sz="900" dirty="0">
                <a:latin typeface="Yu Gothic UI" panose="020B0500000000000000" pitchFamily="50" charset="-128"/>
                <a:ea typeface="Yu Gothic UI" panose="020B0500000000000000" pitchFamily="50" charset="-128"/>
              </a:rPr>
              <a:t>”</a:t>
            </a:r>
          </a:p>
          <a:p>
            <a:r>
              <a:rPr kumimoji="1" lang="en-US" altLang="ja-JP" sz="900" dirty="0">
                <a:latin typeface="Yu Gothic UI" panose="020B0500000000000000" pitchFamily="50" charset="-128"/>
                <a:ea typeface="Yu Gothic UI" panose="020B0500000000000000" pitchFamily="50" charset="-128"/>
              </a:rPr>
              <a:t>   </a:t>
            </a:r>
            <a:r>
              <a:rPr lang="en-US" altLang="ja-JP" sz="900" dirty="0">
                <a:latin typeface="Yu Gothic UI" panose="020B0500000000000000" pitchFamily="50" charset="-128"/>
                <a:ea typeface="Yu Gothic UI" panose="020B0500000000000000" pitchFamily="50" charset="-128"/>
              </a:rPr>
              <a:t>},</a:t>
            </a:r>
          </a:p>
          <a:p>
            <a:r>
              <a:rPr kumimoji="1" lang="en-US" altLang="ja-JP" sz="900" dirty="0">
                <a:latin typeface="Yu Gothic UI" panose="020B0500000000000000" pitchFamily="50" charset="-128"/>
                <a:ea typeface="Yu Gothic UI" panose="020B0500000000000000" pitchFamily="50" charset="-128"/>
              </a:rPr>
              <a:t>   ...</a:t>
            </a:r>
          </a:p>
          <a:p>
            <a:r>
              <a:rPr lang="en-US" altLang="ja-JP" sz="900" dirty="0">
                <a:latin typeface="Yu Gothic UI" panose="020B0500000000000000" pitchFamily="50" charset="-128"/>
                <a:ea typeface="Yu Gothic UI" panose="020B0500000000000000" pitchFamily="50" charset="-128"/>
              </a:rPr>
              <a:t>   ]</a:t>
            </a:r>
          </a:p>
          <a:p>
            <a:r>
              <a:rPr kumimoji="1" lang="en-US" altLang="ja-JP" sz="900" dirty="0">
                <a:latin typeface="Yu Gothic UI" panose="020B0500000000000000" pitchFamily="50" charset="-128"/>
                <a:ea typeface="Yu Gothic UI" panose="020B0500000000000000" pitchFamily="50" charset="-128"/>
              </a:rPr>
              <a:t>}</a:t>
            </a:r>
            <a:endParaRPr kumimoji="1" lang="ja-JP" altLang="en-US" sz="900" dirty="0">
              <a:latin typeface="Yu Gothic UI" panose="020B0500000000000000" pitchFamily="50" charset="-128"/>
              <a:ea typeface="Yu Gothic UI" panose="020B0500000000000000" pitchFamily="50" charset="-128"/>
            </a:endParaRPr>
          </a:p>
        </p:txBody>
      </p:sp>
      <p:sp>
        <p:nvSpPr>
          <p:cNvPr id="6" name="テキスト ボックス 5">
            <a:extLst>
              <a:ext uri="{FF2B5EF4-FFF2-40B4-BE49-F238E27FC236}">
                <a16:creationId xmlns:a16="http://schemas.microsoft.com/office/drawing/2014/main" id="{2EEC6B40-A9CE-DE28-EF46-2B778D786FDA}"/>
              </a:ext>
            </a:extLst>
          </p:cNvPr>
          <p:cNvSpPr txBox="1"/>
          <p:nvPr/>
        </p:nvSpPr>
        <p:spPr>
          <a:xfrm>
            <a:off x="1509923" y="3305202"/>
            <a:ext cx="4115229" cy="523220"/>
          </a:xfrm>
          <a:prstGeom prst="rect">
            <a:avLst/>
          </a:prstGeom>
          <a:solidFill>
            <a:schemeClr val="bg1">
              <a:lumMod val="95000"/>
            </a:schemeClr>
          </a:solidFill>
        </p:spPr>
        <p:txBody>
          <a:bodyPr wrap="none" rtlCol="0">
            <a:spAutoFit/>
          </a:bodyPr>
          <a:lstStyle/>
          <a:p>
            <a:r>
              <a:rPr lang="en-US" altLang="ja-JP" sz="1400" dirty="0">
                <a:latin typeface="Yu Gothic UI" panose="020B0500000000000000" pitchFamily="50" charset="-128"/>
                <a:ea typeface="Yu Gothic UI" panose="020B0500000000000000" pitchFamily="50" charset="-128"/>
              </a:rPr>
              <a:t>【C</a:t>
            </a:r>
            <a:r>
              <a:rPr lang="ja-JP" altLang="en-US" sz="1400" dirty="0">
                <a:latin typeface="Yu Gothic UI" panose="020B0500000000000000" pitchFamily="50" charset="-128"/>
                <a:ea typeface="Yu Gothic UI" panose="020B0500000000000000" pitchFamily="50" charset="-128"/>
              </a:rPr>
              <a:t>型補正値ファイル生成機能</a:t>
            </a:r>
            <a:r>
              <a:rPr lang="en-US" altLang="ja-JP" sz="1400" dirty="0">
                <a:latin typeface="Yu Gothic UI" panose="020B0500000000000000" pitchFamily="50" charset="-128"/>
                <a:ea typeface="Yu Gothic UI" panose="020B0500000000000000" pitchFamily="50" charset="-128"/>
              </a:rPr>
              <a:t>_</a:t>
            </a:r>
            <a:r>
              <a:rPr lang="ja-JP" altLang="en-US" sz="1400" dirty="0">
                <a:latin typeface="Yu Gothic UI" panose="020B0500000000000000" pitchFamily="50" charset="-128"/>
                <a:ea typeface="Yu Gothic UI" panose="020B0500000000000000" pitchFamily="50" charset="-128"/>
              </a:rPr>
              <a:t>最適化定型処理</a:t>
            </a:r>
            <a:r>
              <a:rPr lang="en-US" altLang="ja-JP" sz="1400" dirty="0">
                <a:latin typeface="Yu Gothic UI" panose="020B0500000000000000" pitchFamily="50" charset="-128"/>
                <a:ea typeface="Yu Gothic UI" panose="020B0500000000000000" pitchFamily="50" charset="-128"/>
              </a:rPr>
              <a:t>.xlsx】</a:t>
            </a:r>
          </a:p>
          <a:p>
            <a:r>
              <a:rPr lang="en-US" altLang="ja-JP" sz="1400" dirty="0">
                <a:latin typeface="Yu Gothic UI" panose="020B0500000000000000" pitchFamily="50" charset="-128"/>
                <a:ea typeface="Yu Gothic UI" panose="020B0500000000000000" pitchFamily="50" charset="-128"/>
              </a:rPr>
              <a:t> - </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&lt;&lt;</a:t>
            </a:r>
            <a:r>
              <a:rPr lang="ja-JP" altLang="en-US" sz="1400" dirty="0">
                <a:latin typeface="Yu Gothic UI" panose="020B0500000000000000" pitchFamily="50" charset="-128"/>
                <a:ea typeface="Yu Gothic UI" panose="020B0500000000000000" pitchFamily="50" charset="-128"/>
              </a:rPr>
              <a:t>仕様</a:t>
            </a:r>
            <a:r>
              <a:rPr lang="en-US" altLang="ja-JP" sz="1400" dirty="0">
                <a:latin typeface="Yu Gothic UI" panose="020B0500000000000000" pitchFamily="50" charset="-128"/>
                <a:ea typeface="Yu Gothic UI" panose="020B0500000000000000" pitchFamily="50" charset="-128"/>
              </a:rPr>
              <a:t>&gt;&gt;</a:t>
            </a:r>
            <a:r>
              <a:rPr lang="ja-JP" altLang="en-US" sz="1400" dirty="0">
                <a:latin typeface="Yu Gothic UI" panose="020B0500000000000000" pitchFamily="50" charset="-128"/>
                <a:ea typeface="Yu Gothic UI" panose="020B0500000000000000" pitchFamily="50" charset="-128"/>
              </a:rPr>
              <a:t>定型最適化」シート</a:t>
            </a:r>
            <a:endParaRPr kumimoji="1" lang="ja-JP" altLang="en-US" sz="1400" dirty="0">
              <a:latin typeface="Yu Gothic UI" panose="020B0500000000000000" pitchFamily="50" charset="-128"/>
              <a:ea typeface="Yu Gothic UI" panose="020B0500000000000000" pitchFamily="50" charset="-128"/>
            </a:endParaRPr>
          </a:p>
        </p:txBody>
      </p:sp>
      <p:sp>
        <p:nvSpPr>
          <p:cNvPr id="7" name="テキスト ボックス 6">
            <a:extLst>
              <a:ext uri="{FF2B5EF4-FFF2-40B4-BE49-F238E27FC236}">
                <a16:creationId xmlns:a16="http://schemas.microsoft.com/office/drawing/2014/main" id="{EAAD4265-B7A2-644C-70D1-01774362CB29}"/>
              </a:ext>
            </a:extLst>
          </p:cNvPr>
          <p:cNvSpPr txBox="1"/>
          <p:nvPr/>
        </p:nvSpPr>
        <p:spPr>
          <a:xfrm>
            <a:off x="8961294" y="3285538"/>
            <a:ext cx="1303562" cy="307777"/>
          </a:xfrm>
          <a:prstGeom prst="rect">
            <a:avLst/>
          </a:prstGeom>
          <a:solidFill>
            <a:schemeClr val="bg1">
              <a:lumMod val="95000"/>
            </a:schemeClr>
          </a:solidFill>
        </p:spPr>
        <p:txBody>
          <a:bodyPr wrap="none" rtlCol="0">
            <a:spAutoFit/>
          </a:bodyPr>
          <a:lstStyle/>
          <a:p>
            <a:r>
              <a:rPr kumimoji="1" lang="ja-JP" altLang="en-US" sz="1400" dirty="0">
                <a:latin typeface="Yu Gothic UI" panose="020B0500000000000000" pitchFamily="50" charset="-128"/>
                <a:ea typeface="Yu Gothic UI" panose="020B0500000000000000" pitchFamily="50" charset="-128"/>
              </a:rPr>
              <a:t>抜き出した事実</a:t>
            </a:r>
          </a:p>
        </p:txBody>
      </p:sp>
      <p:sp>
        <p:nvSpPr>
          <p:cNvPr id="8" name="テキスト ボックス 7">
            <a:extLst>
              <a:ext uri="{FF2B5EF4-FFF2-40B4-BE49-F238E27FC236}">
                <a16:creationId xmlns:a16="http://schemas.microsoft.com/office/drawing/2014/main" id="{CFC91799-37BB-3C1F-3D6A-2D5FB3904A9D}"/>
              </a:ext>
            </a:extLst>
          </p:cNvPr>
          <p:cNvSpPr txBox="1"/>
          <p:nvPr/>
        </p:nvSpPr>
        <p:spPr>
          <a:xfrm>
            <a:off x="8108611" y="5161940"/>
            <a:ext cx="3455487" cy="276999"/>
          </a:xfrm>
          <a:prstGeom prst="rect">
            <a:avLst/>
          </a:prstGeom>
          <a:solidFill>
            <a:schemeClr val="accent2">
              <a:lumMod val="20000"/>
              <a:lumOff val="80000"/>
            </a:schemeClr>
          </a:solidFill>
        </p:spPr>
        <p:txBody>
          <a:bodyPr wrap="square" rtlCol="0">
            <a:spAutoFit/>
          </a:bodyPr>
          <a:lstStyle/>
          <a:p>
            <a:r>
              <a:rPr kumimoji="1" lang="en-US" altLang="ja-JP" sz="1200" dirty="0">
                <a:latin typeface="Yu Gothic UI" panose="020B0500000000000000" pitchFamily="50" charset="-128"/>
                <a:ea typeface="Yu Gothic UI" panose="020B0500000000000000" pitchFamily="50" charset="-128"/>
              </a:rPr>
              <a:t>”</a:t>
            </a:r>
            <a:r>
              <a:rPr kumimoji="1" lang="ja-JP" altLang="en-US" sz="1200" dirty="0">
                <a:latin typeface="Yu Gothic UI" panose="020B0500000000000000" pitchFamily="50" charset="-128"/>
                <a:ea typeface="Yu Gothic UI" panose="020B0500000000000000" pitchFamily="50" charset="-128"/>
              </a:rPr>
              <a:t>構造</a:t>
            </a:r>
            <a:r>
              <a:rPr kumimoji="1" lang="en-US" altLang="ja-JP" sz="1200" dirty="0">
                <a:latin typeface="Yu Gothic UI" panose="020B0500000000000000" pitchFamily="50" charset="-128"/>
                <a:ea typeface="Yu Gothic UI" panose="020B0500000000000000" pitchFamily="50" charset="-128"/>
              </a:rPr>
              <a:t>”</a:t>
            </a:r>
            <a:r>
              <a:rPr kumimoji="1" lang="ja-JP" altLang="en-US" sz="1200" dirty="0">
                <a:latin typeface="Yu Gothic UI" panose="020B0500000000000000" pitchFamily="50" charset="-128"/>
                <a:ea typeface="Yu Gothic UI" panose="020B0500000000000000" pitchFamily="50" charset="-128"/>
              </a:rPr>
              <a:t>に関する</a:t>
            </a:r>
            <a:r>
              <a:rPr kumimoji="1" lang="en-US" altLang="ja-JP" sz="1200" dirty="0">
                <a:latin typeface="Yu Gothic UI" panose="020B0500000000000000" pitchFamily="50" charset="-128"/>
                <a:ea typeface="Yu Gothic UI" panose="020B0500000000000000" pitchFamily="50" charset="-128"/>
              </a:rPr>
              <a:t>”</a:t>
            </a:r>
            <a:r>
              <a:rPr kumimoji="1" lang="ja-JP" altLang="en-US" sz="1200" dirty="0">
                <a:latin typeface="Yu Gothic UI" panose="020B0500000000000000" pitchFamily="50" charset="-128"/>
                <a:ea typeface="Yu Gothic UI" panose="020B0500000000000000" pitchFamily="50" charset="-128"/>
              </a:rPr>
              <a:t>構成要素</a:t>
            </a:r>
            <a:r>
              <a:rPr kumimoji="1" lang="en-US" altLang="ja-JP" sz="1200" dirty="0">
                <a:latin typeface="Yu Gothic UI" panose="020B0500000000000000" pitchFamily="50" charset="-128"/>
                <a:ea typeface="Yu Gothic UI" panose="020B0500000000000000" pitchFamily="50" charset="-128"/>
              </a:rPr>
              <a:t>”</a:t>
            </a:r>
            <a:r>
              <a:rPr kumimoji="1" lang="ja-JP" altLang="en-US" sz="1200" dirty="0">
                <a:latin typeface="Yu Gothic UI" panose="020B0500000000000000" pitchFamily="50" charset="-128"/>
                <a:ea typeface="Yu Gothic UI" panose="020B0500000000000000" pitchFamily="50" charset="-128"/>
              </a:rPr>
              <a:t>についての事実だと判断</a:t>
            </a:r>
            <a:r>
              <a:rPr kumimoji="1" lang="en-US" altLang="ja-JP" sz="1200" dirty="0">
                <a:latin typeface="Yu Gothic UI" panose="020B0500000000000000" pitchFamily="50" charset="-128"/>
                <a:ea typeface="Yu Gothic UI" panose="020B0500000000000000" pitchFamily="50" charset="-128"/>
              </a:rPr>
              <a:t>...</a:t>
            </a:r>
            <a:endParaRPr kumimoji="1" lang="ja-JP" altLang="en-US" sz="1200" dirty="0">
              <a:latin typeface="Yu Gothic UI" panose="020B0500000000000000" pitchFamily="50" charset="-128"/>
              <a:ea typeface="Yu Gothic UI" panose="020B0500000000000000" pitchFamily="50" charset="-128"/>
            </a:endParaRPr>
          </a:p>
        </p:txBody>
      </p:sp>
      <p:sp>
        <p:nvSpPr>
          <p:cNvPr id="9" name="矢印: 右 8">
            <a:extLst>
              <a:ext uri="{FF2B5EF4-FFF2-40B4-BE49-F238E27FC236}">
                <a16:creationId xmlns:a16="http://schemas.microsoft.com/office/drawing/2014/main" id="{1C35E650-1478-80F7-A278-82F4D68C0D2C}"/>
              </a:ext>
            </a:extLst>
          </p:cNvPr>
          <p:cNvSpPr/>
          <p:nvPr/>
        </p:nvSpPr>
        <p:spPr>
          <a:xfrm>
            <a:off x="6643754" y="4646148"/>
            <a:ext cx="551803" cy="339674"/>
          </a:xfrm>
          <a:prstGeom prst="rightArrow">
            <a:avLst/>
          </a:prstGeom>
          <a:solidFill>
            <a:schemeClr val="bg1">
              <a:lumMod val="6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kumimoji="1" lang="ja-JP" altLang="en-US" sz="1400" dirty="0">
              <a:solidFill>
                <a:schemeClr val="tx1"/>
              </a:solidFill>
            </a:endParaRPr>
          </a:p>
        </p:txBody>
      </p:sp>
      <p:sp>
        <p:nvSpPr>
          <p:cNvPr id="10" name="テキスト ボックス 9">
            <a:extLst>
              <a:ext uri="{FF2B5EF4-FFF2-40B4-BE49-F238E27FC236}">
                <a16:creationId xmlns:a16="http://schemas.microsoft.com/office/drawing/2014/main" id="{D82A3EDA-2477-624E-A07A-30CF4673F8A0}"/>
              </a:ext>
            </a:extLst>
          </p:cNvPr>
          <p:cNvSpPr txBox="1"/>
          <p:nvPr/>
        </p:nvSpPr>
        <p:spPr>
          <a:xfrm>
            <a:off x="1001487" y="5786208"/>
            <a:ext cx="10734926" cy="584775"/>
          </a:xfrm>
          <a:prstGeom prst="rect">
            <a:avLst/>
          </a:prstGeom>
          <a:solidFill>
            <a:schemeClr val="bg2">
              <a:lumMod val="90000"/>
            </a:schemeClr>
          </a:solidFill>
        </p:spPr>
        <p:txBody>
          <a:bodyPr wrap="square" rtlCol="0">
            <a:spAutoFit/>
          </a:bodyPr>
          <a:lstStyle/>
          <a:p>
            <a:pPr marL="285750" indent="-285750">
              <a:buFont typeface="Wingdings" panose="05000000000000000000" pitchFamily="2" charset="2"/>
              <a:buChar char="è"/>
            </a:pPr>
            <a:r>
              <a:rPr kumimoji="1" lang="ja-JP" altLang="en-US" sz="1600" dirty="0">
                <a:latin typeface="Yu Gothic UI" panose="020B0500000000000000" pitchFamily="50" charset="-128"/>
                <a:ea typeface="Yu Gothic UI" panose="020B0500000000000000" pitchFamily="50" charset="-128"/>
                <a:sym typeface="Wingdings" panose="05000000000000000000" pitchFamily="2" charset="2"/>
              </a:rPr>
              <a:t>仕様書のファイルやシートについて、その役割や主な記載内容に関する情報を文脈</a:t>
            </a:r>
            <a:r>
              <a:rPr kumimoji="1" lang="en-US" altLang="ja-JP" sz="1600" dirty="0">
                <a:latin typeface="Yu Gothic UI" panose="020B0500000000000000" pitchFamily="50" charset="-128"/>
                <a:ea typeface="Yu Gothic UI" panose="020B0500000000000000" pitchFamily="50" charset="-128"/>
                <a:sym typeface="Wingdings" panose="05000000000000000000" pitchFamily="2" charset="2"/>
              </a:rPr>
              <a:t>(</a:t>
            </a:r>
            <a:r>
              <a:rPr kumimoji="1" lang="ja-JP" altLang="en-US" sz="1600" dirty="0">
                <a:latin typeface="Yu Gothic UI" panose="020B0500000000000000" pitchFamily="50" charset="-128"/>
                <a:ea typeface="Yu Gothic UI" panose="020B0500000000000000" pitchFamily="50" charset="-128"/>
                <a:sym typeface="Wingdings" panose="05000000000000000000" pitchFamily="2" charset="2"/>
              </a:rPr>
              <a:t>コンテキスト</a:t>
            </a:r>
            <a:r>
              <a:rPr kumimoji="1" lang="en-US" altLang="ja-JP" sz="1600" dirty="0">
                <a:latin typeface="Yu Gothic UI" panose="020B0500000000000000" pitchFamily="50" charset="-128"/>
                <a:ea typeface="Yu Gothic UI" panose="020B0500000000000000" pitchFamily="50" charset="-128"/>
                <a:sym typeface="Wingdings" panose="05000000000000000000" pitchFamily="2" charset="2"/>
              </a:rPr>
              <a:t>)</a:t>
            </a:r>
            <a:r>
              <a:rPr kumimoji="1" lang="ja-JP" altLang="en-US" sz="1600" dirty="0">
                <a:latin typeface="Yu Gothic UI" panose="020B0500000000000000" pitchFamily="50" charset="-128"/>
                <a:ea typeface="Yu Gothic UI" panose="020B0500000000000000" pitchFamily="50" charset="-128"/>
                <a:sym typeface="Wingdings" panose="05000000000000000000" pitchFamily="2" charset="2"/>
              </a:rPr>
              <a:t>として与えないと、</a:t>
            </a:r>
            <a:br>
              <a:rPr kumimoji="1" lang="en-US" altLang="ja-JP" sz="1600" dirty="0">
                <a:latin typeface="Yu Gothic UI" panose="020B0500000000000000" pitchFamily="50" charset="-128"/>
                <a:ea typeface="Yu Gothic UI" panose="020B0500000000000000" pitchFamily="50" charset="-128"/>
                <a:sym typeface="Wingdings" panose="05000000000000000000" pitchFamily="2" charset="2"/>
              </a:rPr>
            </a:br>
            <a:r>
              <a:rPr kumimoji="1" lang="en-US" altLang="ja-JP" sz="1600" dirty="0">
                <a:latin typeface="Yu Gothic UI" panose="020B0500000000000000" pitchFamily="50" charset="-128"/>
                <a:ea typeface="Yu Gothic UI" panose="020B0500000000000000" pitchFamily="50" charset="-128"/>
                <a:sym typeface="Wingdings" panose="05000000000000000000" pitchFamily="2" charset="2"/>
              </a:rPr>
              <a:t>LLM </a:t>
            </a:r>
            <a:r>
              <a:rPr lang="ja-JP" altLang="en-US" sz="1600" dirty="0">
                <a:latin typeface="Yu Gothic UI" panose="020B0500000000000000" pitchFamily="50" charset="-128"/>
                <a:ea typeface="Yu Gothic UI" panose="020B0500000000000000" pitchFamily="50" charset="-128"/>
                <a:sym typeface="Wingdings" panose="05000000000000000000" pitchFamily="2" charset="2"/>
              </a:rPr>
              <a:t>の推論は揺らぎやすい</a:t>
            </a:r>
            <a:endParaRPr lang="en-US" altLang="ja-JP" sz="1600" dirty="0">
              <a:latin typeface="Yu Gothic UI" panose="020B0500000000000000" pitchFamily="50" charset="-128"/>
              <a:ea typeface="Yu Gothic UI" panose="020B0500000000000000" pitchFamily="50" charset="-128"/>
              <a:sym typeface="Wingdings" panose="05000000000000000000" pitchFamily="2" charset="2"/>
            </a:endParaRPr>
          </a:p>
        </p:txBody>
      </p:sp>
    </p:spTree>
    <p:extLst>
      <p:ext uri="{BB962C8B-B14F-4D97-AF65-F5344CB8AC3E}">
        <p14:creationId xmlns:p14="http://schemas.microsoft.com/office/powerpoint/2010/main" val="200964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BC7E24E-24CD-6B7F-1F7C-64252930EBF7}"/>
              </a:ext>
            </a:extLst>
          </p:cNvPr>
          <p:cNvSpPr>
            <a:spLocks noGrp="1"/>
          </p:cNvSpPr>
          <p:nvPr>
            <p:ph type="title"/>
          </p:nvPr>
        </p:nvSpPr>
        <p:spPr/>
        <p:txBody>
          <a:bodyPr/>
          <a:lstStyle/>
          <a:p>
            <a:r>
              <a:rPr kumimoji="1" lang="ja-JP" altLang="en-US" dirty="0"/>
              <a:t>解説書作成の精度向上案</a:t>
            </a:r>
          </a:p>
        </p:txBody>
      </p:sp>
      <p:sp>
        <p:nvSpPr>
          <p:cNvPr id="3" name="コンテンツ プレースホルダー 2">
            <a:extLst>
              <a:ext uri="{FF2B5EF4-FFF2-40B4-BE49-F238E27FC236}">
                <a16:creationId xmlns:a16="http://schemas.microsoft.com/office/drawing/2014/main" id="{8828A301-986E-434E-25B8-76023999944B}"/>
              </a:ext>
            </a:extLst>
          </p:cNvPr>
          <p:cNvSpPr>
            <a:spLocks noGrp="1"/>
          </p:cNvSpPr>
          <p:nvPr>
            <p:ph idx="1"/>
          </p:nvPr>
        </p:nvSpPr>
        <p:spPr>
          <a:xfrm>
            <a:off x="285710" y="1285860"/>
            <a:ext cx="11620581" cy="1165705"/>
          </a:xfrm>
        </p:spPr>
        <p:txBody>
          <a:bodyPr>
            <a:normAutofit/>
          </a:bodyPr>
          <a:lstStyle/>
          <a:p>
            <a:r>
              <a:rPr lang="ja-JP" altLang="en-US" dirty="0"/>
              <a:t>ファイル間の関係性を</a:t>
            </a:r>
            <a:r>
              <a:rPr lang="en-US" altLang="ja-JP" dirty="0"/>
              <a:t>LLM</a:t>
            </a:r>
            <a:r>
              <a:rPr lang="ja-JP" altLang="en-US" dirty="0"/>
              <a:t>に与えることで解説作成の精度を上げる</a:t>
            </a:r>
            <a:endParaRPr lang="en-US" altLang="ja-JP" dirty="0"/>
          </a:p>
          <a:p>
            <a:pPr lvl="1"/>
            <a:r>
              <a:rPr lang="ja-JP" altLang="en-US" dirty="0"/>
              <a:t>フォルダ内の機能仕様書ファイルを同じ情報のレベルで扱っている</a:t>
            </a:r>
            <a:endParaRPr lang="en-US" altLang="ja-JP" dirty="0"/>
          </a:p>
          <a:p>
            <a:pPr lvl="1">
              <a:buFont typeface="Wingdings" panose="05000000000000000000" pitchFamily="2" charset="2"/>
              <a:buChar char="Ø"/>
            </a:pPr>
            <a:r>
              <a:rPr lang="ja-JP" altLang="en-US" dirty="0"/>
              <a:t>機能仕様書ファイルには種類があるため、関係を明示的に与えて解説書を作成する</a:t>
            </a:r>
            <a:endParaRPr lang="en-US" altLang="ja-JP" dirty="0"/>
          </a:p>
        </p:txBody>
      </p:sp>
      <p:sp>
        <p:nvSpPr>
          <p:cNvPr id="10" name="コンテンツ プレースホルダー 2">
            <a:extLst>
              <a:ext uri="{FF2B5EF4-FFF2-40B4-BE49-F238E27FC236}">
                <a16:creationId xmlns:a16="http://schemas.microsoft.com/office/drawing/2014/main" id="{DC92019A-C704-65A5-9837-BD7C145E34F4}"/>
              </a:ext>
            </a:extLst>
          </p:cNvPr>
          <p:cNvSpPr txBox="1">
            <a:spLocks/>
          </p:cNvSpPr>
          <p:nvPr/>
        </p:nvSpPr>
        <p:spPr>
          <a:xfrm>
            <a:off x="285709" y="5044908"/>
            <a:ext cx="11620581" cy="1498767"/>
          </a:xfrm>
          <a:prstGeom prst="rect">
            <a:avLst/>
          </a:prstGeom>
        </p:spPr>
        <p:txBody>
          <a:bodyPr vert="horz" lIns="91440" tIns="45720" rIns="91440" bIns="45720" rtlCol="0">
            <a:normAutofit/>
          </a:bodyPr>
          <a:lstStyle>
            <a:lvl1pPr marL="357188" indent="-357188" algn="l" defTabSz="914400" rtl="0" eaLnBrk="1" latinLnBrk="0" hangingPunct="1">
              <a:spcBef>
                <a:spcPct val="20000"/>
              </a:spcBef>
              <a:buClr>
                <a:srgbClr val="C00000"/>
              </a:buClr>
              <a:buSzPct val="70000"/>
              <a:buFont typeface="ＭＳ Ｐゴシック" pitchFamily="50" charset="-128"/>
              <a:buChar char="▊"/>
              <a:defRPr kumimoji="1" sz="2000" kern="1200" baseline="0">
                <a:solidFill>
                  <a:schemeClr val="tx1"/>
                </a:solidFill>
                <a:latin typeface="+mn-ea"/>
                <a:ea typeface="+mn-ea"/>
                <a:cs typeface="+mn-cs"/>
              </a:defRPr>
            </a:lvl1pPr>
            <a:lvl2pPr marL="712788" indent="-273050" algn="l" defTabSz="914400" rtl="0" eaLnBrk="1" latinLnBrk="0" hangingPunct="1">
              <a:spcBef>
                <a:spcPct val="20000"/>
              </a:spcBef>
              <a:buClr>
                <a:srgbClr val="CC0C0C"/>
              </a:buClr>
              <a:buSzPct val="90000"/>
              <a:buFontTx/>
              <a:buBlip>
                <a:blip r:embed="rId2"/>
              </a:buBlip>
              <a:defRPr kumimoji="1" sz="1800" kern="1200" baseline="0">
                <a:solidFill>
                  <a:schemeClr val="tx1"/>
                </a:solidFill>
                <a:latin typeface="+mn-ea"/>
                <a:ea typeface="+mn-ea"/>
                <a:cs typeface="+mn-cs"/>
              </a:defRPr>
            </a:lvl2pPr>
            <a:lvl3pPr marL="1079500" indent="-265113" algn="l" defTabSz="914400" rtl="0" eaLnBrk="1" latinLnBrk="0" hangingPunct="1">
              <a:spcBef>
                <a:spcPct val="20000"/>
              </a:spcBef>
              <a:buClr>
                <a:srgbClr val="C00000"/>
              </a:buClr>
              <a:buSzPct val="80000"/>
              <a:buFont typeface="Wingdings" pitchFamily="2" charset="2"/>
              <a:buChar char="n"/>
              <a:defRPr kumimoji="1" sz="1600" kern="1200" baseline="0">
                <a:solidFill>
                  <a:schemeClr val="tx1"/>
                </a:solidFill>
                <a:latin typeface="+mn-ea"/>
                <a:ea typeface="+mn-ea"/>
                <a:cs typeface="+mn-cs"/>
              </a:defRPr>
            </a:lvl3pPr>
            <a:lvl4pPr marL="1347788" indent="-228600" algn="l" defTabSz="914400" rtl="0" eaLnBrk="1" latinLnBrk="0" hangingPunct="1">
              <a:spcBef>
                <a:spcPct val="20000"/>
              </a:spcBef>
              <a:buClr>
                <a:srgbClr val="CC0C0C"/>
              </a:buClr>
              <a:buSzPct val="90000"/>
              <a:buFont typeface="Wingdings" pitchFamily="2" charset="2"/>
              <a:buChar char="l"/>
              <a:defRPr kumimoji="1" sz="1400" kern="1200" baseline="0">
                <a:solidFill>
                  <a:schemeClr val="tx1"/>
                </a:solidFill>
                <a:latin typeface="+mn-ea"/>
                <a:ea typeface="+mn-ea"/>
                <a:cs typeface="+mn-cs"/>
              </a:defRPr>
            </a:lvl4pPr>
            <a:lvl5pPr marL="1616075" indent="-228600" algn="l" defTabSz="914400" rtl="0" eaLnBrk="1" latinLnBrk="0" hangingPunct="1">
              <a:spcBef>
                <a:spcPct val="20000"/>
              </a:spcBef>
              <a:buClr>
                <a:schemeClr val="tx1">
                  <a:lumMod val="65000"/>
                  <a:lumOff val="35000"/>
                </a:schemeClr>
              </a:buClr>
              <a:buSzPct val="80000"/>
              <a:buFontTx/>
              <a:buBlip>
                <a:blip r:embed="rId3"/>
              </a:buBlip>
              <a:defRPr kumimoji="1" sz="1800" kern="1200" baseline="0">
                <a:solidFill>
                  <a:schemeClr val="tx1"/>
                </a:solidFill>
                <a:latin typeface="+mn-ea"/>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fontAlgn="auto">
              <a:spcAft>
                <a:spcPts val="0"/>
              </a:spcAft>
            </a:pPr>
            <a:r>
              <a:rPr lang="ja-JP" altLang="en-US" dirty="0"/>
              <a:t>シートの種類にあった情報抽出を行う</a:t>
            </a:r>
            <a:endParaRPr lang="en-US" altLang="ja-JP" dirty="0"/>
          </a:p>
          <a:p>
            <a:pPr lvl="1" fontAlgn="auto">
              <a:spcAft>
                <a:spcPts val="0"/>
              </a:spcAft>
            </a:pPr>
            <a:r>
              <a:rPr lang="ja-JP" altLang="en-US" dirty="0"/>
              <a:t>シートごとに抽出したい情報（抽出できる情報）が異なるが、同じフォーマットで抽出を行っている</a:t>
            </a:r>
            <a:endParaRPr lang="en-US" altLang="ja-JP" dirty="0"/>
          </a:p>
          <a:p>
            <a:pPr lvl="1" fontAlgn="auto">
              <a:spcAft>
                <a:spcPts val="0"/>
              </a:spcAft>
            </a:pPr>
            <a:r>
              <a:rPr lang="ja-JP" altLang="en-US" dirty="0"/>
              <a:t>抽出時の抽象度のレベルを</a:t>
            </a:r>
            <a:r>
              <a:rPr lang="en-US" altLang="ja-JP" dirty="0"/>
              <a:t>LLM</a:t>
            </a:r>
            <a:r>
              <a:rPr lang="ja-JP" altLang="en-US" dirty="0"/>
              <a:t>が推測している</a:t>
            </a:r>
            <a:endParaRPr lang="en-US" altLang="ja-JP" dirty="0"/>
          </a:p>
          <a:p>
            <a:pPr lvl="1" fontAlgn="auto">
              <a:spcAft>
                <a:spcPts val="0"/>
              </a:spcAft>
              <a:buFont typeface="Wingdings" panose="05000000000000000000" pitchFamily="2" charset="2"/>
              <a:buChar char="Ø"/>
            </a:pPr>
            <a:r>
              <a:rPr lang="ja-JP" altLang="en-US" dirty="0"/>
              <a:t>シートごとに適切な抽出フォーマットで情報の抽出を行う</a:t>
            </a:r>
            <a:endParaRPr lang="en-US" altLang="ja-JP" dirty="0"/>
          </a:p>
          <a:p>
            <a:pPr lvl="1" fontAlgn="auto">
              <a:spcAft>
                <a:spcPts val="0"/>
              </a:spcAft>
            </a:pPr>
            <a:endParaRPr lang="en-US" altLang="ja-JP" dirty="0"/>
          </a:p>
        </p:txBody>
      </p:sp>
      <p:grpSp>
        <p:nvGrpSpPr>
          <p:cNvPr id="25" name="グループ化 24">
            <a:extLst>
              <a:ext uri="{FF2B5EF4-FFF2-40B4-BE49-F238E27FC236}">
                <a16:creationId xmlns:a16="http://schemas.microsoft.com/office/drawing/2014/main" id="{4FC85A9C-287F-A6C7-C69A-B6748E5F2D9E}"/>
              </a:ext>
            </a:extLst>
          </p:cNvPr>
          <p:cNvGrpSpPr/>
          <p:nvPr/>
        </p:nvGrpSpPr>
        <p:grpSpPr>
          <a:xfrm>
            <a:off x="2994159" y="2451565"/>
            <a:ext cx="6203682" cy="2245270"/>
            <a:chOff x="2346960" y="2093702"/>
            <a:chExt cx="6203682" cy="2245270"/>
          </a:xfrm>
        </p:grpSpPr>
        <p:pic>
          <p:nvPicPr>
            <p:cNvPr id="8" name="図 7">
              <a:extLst>
                <a:ext uri="{FF2B5EF4-FFF2-40B4-BE49-F238E27FC236}">
                  <a16:creationId xmlns:a16="http://schemas.microsoft.com/office/drawing/2014/main" id="{F706C1E2-CD04-4232-C952-7EA58CA88724}"/>
                </a:ext>
              </a:extLst>
            </p:cNvPr>
            <p:cNvPicPr>
              <a:picLocks noChangeAspect="1"/>
            </p:cNvPicPr>
            <p:nvPr/>
          </p:nvPicPr>
          <p:blipFill>
            <a:blip r:embed="rId4"/>
            <a:stretch>
              <a:fillRect/>
            </a:stretch>
          </p:blipFill>
          <p:spPr>
            <a:xfrm>
              <a:off x="2443480" y="2093702"/>
              <a:ext cx="5705843" cy="1967922"/>
            </a:xfrm>
            <a:prstGeom prst="rect">
              <a:avLst/>
            </a:prstGeom>
          </p:spPr>
        </p:pic>
        <p:sp>
          <p:nvSpPr>
            <p:cNvPr id="11" name="四角形: 角を丸くする 10">
              <a:extLst>
                <a:ext uri="{FF2B5EF4-FFF2-40B4-BE49-F238E27FC236}">
                  <a16:creationId xmlns:a16="http://schemas.microsoft.com/office/drawing/2014/main" id="{29177766-3250-4FB6-DBD4-887CA3DC9E7C}"/>
                </a:ext>
              </a:extLst>
            </p:cNvPr>
            <p:cNvSpPr/>
            <p:nvPr/>
          </p:nvSpPr>
          <p:spPr>
            <a:xfrm>
              <a:off x="2346960" y="2116398"/>
              <a:ext cx="802640" cy="2027597"/>
            </a:xfrm>
            <a:prstGeom prst="roundRect">
              <a:avLst/>
            </a:prstGeom>
            <a:noFill/>
            <a:ln w="38100">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kumimoji="1" lang="ja-JP" altLang="en-US" sz="1400" dirty="0">
                <a:solidFill>
                  <a:schemeClr val="tx1"/>
                </a:solidFill>
              </a:endParaRPr>
            </a:p>
          </p:txBody>
        </p:sp>
        <p:cxnSp>
          <p:nvCxnSpPr>
            <p:cNvPr id="13" name="コネクタ: 曲線 12">
              <a:extLst>
                <a:ext uri="{FF2B5EF4-FFF2-40B4-BE49-F238E27FC236}">
                  <a16:creationId xmlns:a16="http://schemas.microsoft.com/office/drawing/2014/main" id="{4ADB08C0-730A-4A0E-7C9E-D1BD711E92AC}"/>
                </a:ext>
              </a:extLst>
            </p:cNvPr>
            <p:cNvCxnSpPr>
              <a:cxnSpLocks/>
              <a:stCxn id="11" idx="2"/>
            </p:cNvCxnSpPr>
            <p:nvPr/>
          </p:nvCxnSpPr>
          <p:spPr>
            <a:xfrm rot="5400000" flipH="1" flipV="1">
              <a:off x="4412623" y="1871336"/>
              <a:ext cx="608315" cy="3937003"/>
            </a:xfrm>
            <a:prstGeom prst="curvedConnector4">
              <a:avLst>
                <a:gd name="adj1" fmla="val -37579"/>
                <a:gd name="adj2" fmla="val 100000"/>
              </a:avLst>
            </a:prstGeom>
            <a:ln w="38100">
              <a:solidFill>
                <a:srgbClr val="C00000"/>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297460E6-2478-E8C0-462A-B1C8B04F84EA}"/>
                </a:ext>
              </a:extLst>
            </p:cNvPr>
            <p:cNvSpPr txBox="1"/>
            <p:nvPr/>
          </p:nvSpPr>
          <p:spPr>
            <a:xfrm>
              <a:off x="6437563" y="4061973"/>
              <a:ext cx="2113079" cy="276999"/>
            </a:xfrm>
            <a:prstGeom prst="rect">
              <a:avLst/>
            </a:prstGeom>
            <a:noFill/>
          </p:spPr>
          <p:txBody>
            <a:bodyPr wrap="none" rtlCol="0">
              <a:spAutoFit/>
            </a:bodyPr>
            <a:lstStyle/>
            <a:p>
              <a:r>
                <a:rPr kumimoji="1" lang="ja-JP" altLang="en-US" sz="1200" dirty="0">
                  <a:latin typeface="Meiryo UI" panose="020B0604030504040204" pitchFamily="50" charset="-128"/>
                  <a:ea typeface="Meiryo UI" panose="020B0604030504040204" pitchFamily="50" charset="-128"/>
                </a:rPr>
                <a:t>関係性を解説書</a:t>
              </a:r>
              <a:r>
                <a:rPr lang="ja-JP" altLang="en-US" sz="1200" dirty="0">
                  <a:latin typeface="Meiryo UI" panose="020B0604030504040204" pitchFamily="50" charset="-128"/>
                  <a:ea typeface="Meiryo UI" panose="020B0604030504040204" pitchFamily="50" charset="-128"/>
                </a:rPr>
                <a:t>作成時に利用</a:t>
              </a:r>
              <a:endParaRPr kumimoji="1" lang="ja-JP" altLang="en-US" sz="1200" dirty="0">
                <a:latin typeface="Meiryo UI" panose="020B0604030504040204" pitchFamily="50" charset="-128"/>
                <a:ea typeface="Meiryo UI" panose="020B0604030504040204" pitchFamily="50" charset="-128"/>
              </a:endParaRPr>
            </a:p>
          </p:txBody>
        </p:sp>
      </p:grpSp>
    </p:spTree>
    <p:extLst>
      <p:ext uri="{BB962C8B-B14F-4D97-AF65-F5344CB8AC3E}">
        <p14:creationId xmlns:p14="http://schemas.microsoft.com/office/powerpoint/2010/main" val="26488070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BB2F018-0558-281E-25F4-3B57FE5B0905}"/>
              </a:ext>
            </a:extLst>
          </p:cNvPr>
          <p:cNvSpPr>
            <a:spLocks noGrp="1"/>
          </p:cNvSpPr>
          <p:nvPr>
            <p:ph type="title"/>
          </p:nvPr>
        </p:nvSpPr>
        <p:spPr/>
        <p:txBody>
          <a:bodyPr/>
          <a:lstStyle/>
          <a:p>
            <a:r>
              <a:rPr kumimoji="1" lang="ja-JP" altLang="en-US" dirty="0"/>
              <a:t>ファイル体系についての認識合わせ</a:t>
            </a:r>
          </a:p>
        </p:txBody>
      </p:sp>
      <p:graphicFrame>
        <p:nvGraphicFramePr>
          <p:cNvPr id="4" name="表 3">
            <a:extLst>
              <a:ext uri="{FF2B5EF4-FFF2-40B4-BE49-F238E27FC236}">
                <a16:creationId xmlns:a16="http://schemas.microsoft.com/office/drawing/2014/main" id="{21D89EBA-A643-CD82-DFA5-EDA4CBF0651E}"/>
              </a:ext>
            </a:extLst>
          </p:cNvPr>
          <p:cNvGraphicFramePr>
            <a:graphicFrameLocks noGrp="1"/>
          </p:cNvGraphicFramePr>
          <p:nvPr>
            <p:extLst>
              <p:ext uri="{D42A27DB-BD31-4B8C-83A1-F6EECF244321}">
                <p14:modId xmlns:p14="http://schemas.microsoft.com/office/powerpoint/2010/main" val="3778300466"/>
              </p:ext>
            </p:extLst>
          </p:nvPr>
        </p:nvGraphicFramePr>
        <p:xfrm>
          <a:off x="1845373" y="1173021"/>
          <a:ext cx="8501248" cy="3053080"/>
        </p:xfrm>
        <a:graphic>
          <a:graphicData uri="http://schemas.openxmlformats.org/drawingml/2006/table">
            <a:tbl>
              <a:tblPr firstRow="1" bandRow="1">
                <a:tableStyleId>{21E4AEA4-8DFA-4A89-87EB-49C32662AFE0}</a:tableStyleId>
              </a:tblPr>
              <a:tblGrid>
                <a:gridCol w="4615048">
                  <a:extLst>
                    <a:ext uri="{9D8B030D-6E8A-4147-A177-3AD203B41FA5}">
                      <a16:colId xmlns:a16="http://schemas.microsoft.com/office/drawing/2014/main" val="3589254144"/>
                    </a:ext>
                  </a:extLst>
                </a:gridCol>
                <a:gridCol w="3886200">
                  <a:extLst>
                    <a:ext uri="{9D8B030D-6E8A-4147-A177-3AD203B41FA5}">
                      <a16:colId xmlns:a16="http://schemas.microsoft.com/office/drawing/2014/main" val="118367083"/>
                    </a:ext>
                  </a:extLst>
                </a:gridCol>
              </a:tblGrid>
              <a:tr h="370840">
                <a:tc>
                  <a:txBody>
                    <a:bodyPr/>
                    <a:lstStyle/>
                    <a:p>
                      <a:r>
                        <a:rPr kumimoji="1" lang="ja-JP" altLang="en-US" sz="1200" dirty="0"/>
                        <a:t>ファイル名</a:t>
                      </a:r>
                    </a:p>
                  </a:txBody>
                  <a:tcPr>
                    <a:solidFill>
                      <a:srgbClr val="C00000"/>
                    </a:solidFill>
                  </a:tcPr>
                </a:tc>
                <a:tc>
                  <a:txBody>
                    <a:bodyPr/>
                    <a:lstStyle/>
                    <a:p>
                      <a:r>
                        <a:rPr kumimoji="1" lang="ja-JP" altLang="en-US" sz="1200" dirty="0"/>
                        <a:t>内容</a:t>
                      </a:r>
                    </a:p>
                  </a:txBody>
                  <a:tcPr>
                    <a:solidFill>
                      <a:srgbClr val="C00000"/>
                    </a:solidFill>
                  </a:tcPr>
                </a:tc>
                <a:extLst>
                  <a:ext uri="{0D108BD9-81ED-4DB2-BD59-A6C34878D82A}">
                    <a16:rowId xmlns:a16="http://schemas.microsoft.com/office/drawing/2014/main" val="961319653"/>
                  </a:ext>
                </a:extLst>
              </a:tr>
              <a:tr h="370840">
                <a:tc>
                  <a:txBody>
                    <a:bodyPr/>
                    <a:lstStyle/>
                    <a:p>
                      <a:r>
                        <a:rPr kumimoji="1" lang="en-US" altLang="ja-JP" sz="1200" b="0" dirty="0"/>
                        <a:t>01_</a:t>
                      </a:r>
                      <a:r>
                        <a:rPr kumimoji="1" lang="ja-JP" altLang="en-US" sz="1200" b="0" dirty="0"/>
                        <a:t>機能仕様</a:t>
                      </a:r>
                      <a:r>
                        <a:rPr kumimoji="1" lang="en-US" altLang="ja-JP" sz="1200" b="0" dirty="0"/>
                        <a:t>_(</a:t>
                      </a:r>
                      <a:r>
                        <a:rPr kumimoji="1" lang="ja-JP" altLang="en-US" sz="1200" b="0" dirty="0"/>
                        <a:t>機能名</a:t>
                      </a:r>
                      <a:r>
                        <a:rPr kumimoji="1" lang="en-US" altLang="ja-JP" sz="1200" b="0" dirty="0"/>
                        <a:t>).xlsx</a:t>
                      </a:r>
                      <a:endParaRPr kumimoji="1" lang="ja-JP" altLang="en-US" sz="1200" b="0" dirty="0"/>
                    </a:p>
                  </a:txBody>
                  <a:tcPr>
                    <a:solidFill>
                      <a:schemeClr val="bg1">
                        <a:lumMod val="85000"/>
                      </a:schemeClr>
                    </a:solidFill>
                  </a:tcPr>
                </a:tc>
                <a:tc>
                  <a:txBody>
                    <a:bodyPr/>
                    <a:lstStyle/>
                    <a:p>
                      <a:r>
                        <a:rPr kumimoji="1" lang="en-US" altLang="ja-JP" sz="1200" dirty="0"/>
                        <a:t>(</a:t>
                      </a:r>
                      <a:r>
                        <a:rPr kumimoji="1" lang="ja-JP" altLang="en-US" sz="1200" dirty="0"/>
                        <a:t>機能名</a:t>
                      </a:r>
                      <a:r>
                        <a:rPr kumimoji="1" lang="en-US" altLang="ja-JP" sz="1200" dirty="0"/>
                        <a:t>)</a:t>
                      </a:r>
                      <a:r>
                        <a:rPr kumimoji="1" lang="ja-JP" altLang="en-US" sz="1200" dirty="0"/>
                        <a:t>のメインの機能仕様</a:t>
                      </a:r>
                    </a:p>
                  </a:txBody>
                  <a:tcPr>
                    <a:solidFill>
                      <a:schemeClr val="bg1">
                        <a:lumMod val="85000"/>
                      </a:schemeClr>
                    </a:solidFill>
                  </a:tcPr>
                </a:tc>
                <a:extLst>
                  <a:ext uri="{0D108BD9-81ED-4DB2-BD59-A6C34878D82A}">
                    <a16:rowId xmlns:a16="http://schemas.microsoft.com/office/drawing/2014/main" val="111667331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t>01_</a:t>
                      </a:r>
                      <a:r>
                        <a:rPr kumimoji="1" lang="ja-JP" altLang="en-US" sz="1200" b="0" dirty="0"/>
                        <a:t>機能仕様</a:t>
                      </a:r>
                      <a:r>
                        <a:rPr kumimoji="1" lang="en-US" altLang="ja-JP" sz="1200" b="0" dirty="0"/>
                        <a:t>_(</a:t>
                      </a:r>
                      <a:r>
                        <a:rPr kumimoji="1" lang="ja-JP" altLang="en-US" sz="1200" b="0" dirty="0"/>
                        <a:t>機能名</a:t>
                      </a:r>
                      <a:r>
                        <a:rPr kumimoji="1" lang="en-US" altLang="ja-JP" sz="1200" b="0" dirty="0"/>
                        <a:t>)</a:t>
                      </a:r>
                      <a:r>
                        <a:rPr kumimoji="1" lang="en-US" altLang="ja-JP" sz="1200" b="0" dirty="0">
                          <a:solidFill>
                            <a:srgbClr val="C00000"/>
                          </a:solidFill>
                        </a:rPr>
                        <a:t>_</a:t>
                      </a:r>
                      <a:r>
                        <a:rPr kumimoji="1" lang="ja-JP" altLang="en-US" sz="1200" b="0" dirty="0">
                          <a:solidFill>
                            <a:srgbClr val="C00000"/>
                          </a:solidFill>
                        </a:rPr>
                        <a:t>構造体</a:t>
                      </a:r>
                      <a:r>
                        <a:rPr kumimoji="1" lang="en-US" altLang="ja-JP" sz="1200" b="0" dirty="0"/>
                        <a:t>.xlsx</a:t>
                      </a:r>
                      <a:endParaRPr kumimoji="1" lang="ja-JP" altLang="en-US" sz="1200" b="0" dirty="0"/>
                    </a:p>
                  </a:txBody>
                  <a:tcPr>
                    <a:solidFill>
                      <a:schemeClr val="bg1">
                        <a:lumMod val="85000"/>
                      </a:schemeClr>
                    </a:solidFill>
                  </a:tcPr>
                </a:tc>
                <a:tc>
                  <a:txBody>
                    <a:bodyPr/>
                    <a:lstStyle/>
                    <a:p>
                      <a:r>
                        <a:rPr kumimoji="1" lang="ja-JP" altLang="en-US" sz="1200" dirty="0"/>
                        <a:t>構造体の定義・列挙</a:t>
                      </a:r>
                    </a:p>
                  </a:txBody>
                  <a:tcPr>
                    <a:solidFill>
                      <a:schemeClr val="bg1">
                        <a:lumMod val="85000"/>
                      </a:schemeClr>
                    </a:solidFill>
                  </a:tcPr>
                </a:tc>
                <a:extLst>
                  <a:ext uri="{0D108BD9-81ED-4DB2-BD59-A6C34878D82A}">
                    <a16:rowId xmlns:a16="http://schemas.microsoft.com/office/drawing/2014/main" val="9019093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t>01_</a:t>
                      </a:r>
                      <a:r>
                        <a:rPr kumimoji="1" lang="ja-JP" altLang="en-US" sz="1200" b="0" dirty="0"/>
                        <a:t>機能仕様</a:t>
                      </a:r>
                      <a:r>
                        <a:rPr kumimoji="1" lang="en-US" altLang="ja-JP" sz="1200" b="0" dirty="0"/>
                        <a:t>_(</a:t>
                      </a:r>
                      <a:r>
                        <a:rPr kumimoji="1" lang="ja-JP" altLang="en-US" sz="1200" b="0" dirty="0"/>
                        <a:t>機能名</a:t>
                      </a:r>
                      <a:r>
                        <a:rPr kumimoji="1" lang="en-US" altLang="ja-JP" sz="1200" b="0" dirty="0"/>
                        <a:t>)</a:t>
                      </a:r>
                      <a:r>
                        <a:rPr kumimoji="1" lang="en-US" altLang="ja-JP" sz="1200" b="0" dirty="0">
                          <a:solidFill>
                            <a:srgbClr val="C00000"/>
                          </a:solidFill>
                        </a:rPr>
                        <a:t>_</a:t>
                      </a:r>
                      <a:r>
                        <a:rPr kumimoji="1" lang="ja-JP" altLang="en-US" sz="1200" b="0" dirty="0">
                          <a:solidFill>
                            <a:srgbClr val="C00000"/>
                          </a:solidFill>
                        </a:rPr>
                        <a:t>属性値</a:t>
                      </a:r>
                      <a:r>
                        <a:rPr kumimoji="1" lang="en-US" altLang="ja-JP" sz="1200" b="0" dirty="0"/>
                        <a:t>.xlsx</a:t>
                      </a:r>
                      <a:endParaRPr kumimoji="1" lang="ja-JP" altLang="en-US" sz="1200" b="0" dirty="0"/>
                    </a:p>
                  </a:txBody>
                  <a:tcPr>
                    <a:solidFill>
                      <a:schemeClr val="bg1">
                        <a:lumMod val="85000"/>
                      </a:schemeClr>
                    </a:solidFill>
                  </a:tcPr>
                </a:tc>
                <a:tc>
                  <a:txBody>
                    <a:bodyPr/>
                    <a:lstStyle/>
                    <a:p>
                      <a:r>
                        <a:rPr kumimoji="1" lang="ja-JP" altLang="en-US" sz="1200" dirty="0"/>
                        <a:t>属性値の定義・列挙</a:t>
                      </a:r>
                    </a:p>
                  </a:txBody>
                  <a:tcPr>
                    <a:solidFill>
                      <a:schemeClr val="bg1">
                        <a:lumMod val="85000"/>
                      </a:schemeClr>
                    </a:solidFill>
                  </a:tcPr>
                </a:tc>
                <a:extLst>
                  <a:ext uri="{0D108BD9-81ED-4DB2-BD59-A6C34878D82A}">
                    <a16:rowId xmlns:a16="http://schemas.microsoft.com/office/drawing/2014/main" val="145895306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t>01_</a:t>
                      </a:r>
                      <a:r>
                        <a:rPr kumimoji="1" lang="ja-JP" altLang="en-US" sz="1200" b="0" dirty="0"/>
                        <a:t>機能仕様</a:t>
                      </a:r>
                      <a:r>
                        <a:rPr kumimoji="1" lang="en-US" altLang="ja-JP" sz="1200" b="0" dirty="0"/>
                        <a:t>_(</a:t>
                      </a:r>
                      <a:r>
                        <a:rPr kumimoji="1" lang="ja-JP" altLang="en-US" sz="1200" b="0" dirty="0"/>
                        <a:t>機能名</a:t>
                      </a:r>
                      <a:r>
                        <a:rPr kumimoji="1" lang="en-US" altLang="ja-JP" sz="1200" b="0" dirty="0"/>
                        <a:t>)</a:t>
                      </a:r>
                      <a:r>
                        <a:rPr kumimoji="1" lang="en-US" altLang="ja-JP" sz="1200" b="0" dirty="0">
                          <a:solidFill>
                            <a:srgbClr val="C00000"/>
                          </a:solidFill>
                        </a:rPr>
                        <a:t>_</a:t>
                      </a:r>
                      <a:r>
                        <a:rPr kumimoji="1" lang="ja-JP" altLang="en-US" sz="1200" b="0" dirty="0">
                          <a:solidFill>
                            <a:srgbClr val="C00000"/>
                          </a:solidFill>
                        </a:rPr>
                        <a:t>最適化定型処理</a:t>
                      </a:r>
                      <a:r>
                        <a:rPr kumimoji="1" lang="en-US" altLang="ja-JP" sz="1200" b="0" dirty="0"/>
                        <a:t>.xlsx</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solidFill>
                            <a:srgbClr val="C00000"/>
                          </a:solidFill>
                        </a:rPr>
                        <a:t>&lt;&lt;</a:t>
                      </a:r>
                      <a:r>
                        <a:rPr kumimoji="1" lang="ja-JP" altLang="en-US" sz="1200" b="0" dirty="0">
                          <a:solidFill>
                            <a:srgbClr val="C00000"/>
                          </a:solidFill>
                        </a:rPr>
                        <a:t>最適化定型処理</a:t>
                      </a:r>
                      <a:r>
                        <a:rPr kumimoji="1" lang="en-US" altLang="ja-JP" sz="1200" b="0" dirty="0">
                          <a:solidFill>
                            <a:srgbClr val="C00000"/>
                          </a:solidFill>
                        </a:rPr>
                        <a:t>&gt;&gt;</a:t>
                      </a:r>
                      <a:r>
                        <a:rPr kumimoji="1" lang="en-US" altLang="ja-JP" sz="1200" b="0" dirty="0">
                          <a:solidFill>
                            <a:schemeClr val="tx1"/>
                          </a:solidFill>
                        </a:rPr>
                        <a:t>(</a:t>
                      </a:r>
                      <a:r>
                        <a:rPr kumimoji="1" lang="ja-JP" altLang="en-US" sz="1200" b="0" dirty="0"/>
                        <a:t>機能名</a:t>
                      </a:r>
                      <a:r>
                        <a:rPr kumimoji="1" lang="en-US" altLang="ja-JP" sz="1200" b="0" dirty="0"/>
                        <a:t>).xlsx</a:t>
                      </a:r>
                    </a:p>
                  </a:txBody>
                  <a:tcPr>
                    <a:solidFill>
                      <a:schemeClr val="bg1">
                        <a:lumMod val="85000"/>
                      </a:schemeClr>
                    </a:solidFill>
                  </a:tcPr>
                </a:tc>
                <a:tc>
                  <a:txBody>
                    <a:bodyPr/>
                    <a:lstStyle/>
                    <a:p>
                      <a:r>
                        <a:rPr kumimoji="1" lang="ja-JP" altLang="en-US" sz="1200" dirty="0"/>
                        <a:t>最適化の定型の処理仕様？</a:t>
                      </a:r>
                    </a:p>
                  </a:txBody>
                  <a:tcPr>
                    <a:solidFill>
                      <a:schemeClr val="bg1">
                        <a:lumMod val="85000"/>
                      </a:schemeClr>
                    </a:solidFill>
                  </a:tcPr>
                </a:tc>
                <a:extLst>
                  <a:ext uri="{0D108BD9-81ED-4DB2-BD59-A6C34878D82A}">
                    <a16:rowId xmlns:a16="http://schemas.microsoft.com/office/drawing/2014/main" val="331537089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t>01_</a:t>
                      </a:r>
                      <a:r>
                        <a:rPr kumimoji="1" lang="ja-JP" altLang="en-US" sz="1200" b="0" dirty="0"/>
                        <a:t>機能仕様</a:t>
                      </a:r>
                      <a:r>
                        <a:rPr kumimoji="1" lang="en-US" altLang="ja-JP" sz="1200" b="0" dirty="0"/>
                        <a:t>_(</a:t>
                      </a:r>
                      <a:r>
                        <a:rPr kumimoji="1" lang="ja-JP" altLang="en-US" sz="1200" b="0" dirty="0"/>
                        <a:t>機能名</a:t>
                      </a:r>
                      <a:r>
                        <a:rPr kumimoji="1" lang="en-US" altLang="ja-JP" sz="1200" b="0" dirty="0"/>
                        <a:t>)</a:t>
                      </a:r>
                      <a:r>
                        <a:rPr kumimoji="1" lang="en-US" altLang="ja-JP" sz="1200" b="0" dirty="0">
                          <a:solidFill>
                            <a:srgbClr val="C00000"/>
                          </a:solidFill>
                        </a:rPr>
                        <a:t>_</a:t>
                      </a:r>
                      <a:r>
                        <a:rPr kumimoji="1" lang="ja-JP" altLang="en-US" sz="1200" b="0" dirty="0">
                          <a:solidFill>
                            <a:srgbClr val="C00000"/>
                          </a:solidFill>
                        </a:rPr>
                        <a:t>最適化定型外処理</a:t>
                      </a:r>
                      <a:r>
                        <a:rPr kumimoji="1" lang="en-US" altLang="ja-JP" sz="1200" b="0" dirty="0"/>
                        <a:t>.xlsx</a:t>
                      </a:r>
                      <a:endParaRPr kumimoji="1" lang="ja-JP" altLang="en-US" sz="1200" b="0" dirty="0"/>
                    </a:p>
                  </a:txBody>
                  <a:tcPr>
                    <a:solidFill>
                      <a:schemeClr val="bg1">
                        <a:lumMod val="85000"/>
                      </a:schemeClr>
                    </a:solidFill>
                  </a:tcPr>
                </a:tc>
                <a:tc>
                  <a:txBody>
                    <a:bodyPr/>
                    <a:lstStyle/>
                    <a:p>
                      <a:r>
                        <a:rPr kumimoji="1" lang="ja-JP" altLang="en-US" sz="1200" dirty="0"/>
                        <a:t>最適化の定型外（例外時）の処理仕様？</a:t>
                      </a:r>
                    </a:p>
                  </a:txBody>
                  <a:tcPr>
                    <a:solidFill>
                      <a:schemeClr val="bg1">
                        <a:lumMod val="85000"/>
                      </a:schemeClr>
                    </a:solidFill>
                  </a:tcPr>
                </a:tc>
                <a:extLst>
                  <a:ext uri="{0D108BD9-81ED-4DB2-BD59-A6C34878D82A}">
                    <a16:rowId xmlns:a16="http://schemas.microsoft.com/office/drawing/2014/main" val="30178871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t>01_</a:t>
                      </a:r>
                      <a:r>
                        <a:rPr kumimoji="1" lang="ja-JP" altLang="en-US" sz="1200" b="0" dirty="0"/>
                        <a:t>機能仕様</a:t>
                      </a:r>
                      <a:r>
                        <a:rPr kumimoji="1" lang="en-US" altLang="ja-JP" sz="1200" b="0" dirty="0"/>
                        <a:t>_(</a:t>
                      </a:r>
                      <a:r>
                        <a:rPr kumimoji="1" lang="ja-JP" altLang="en-US" sz="1200" b="0" dirty="0"/>
                        <a:t>機能名</a:t>
                      </a:r>
                      <a:r>
                        <a:rPr kumimoji="1" lang="en-US" altLang="ja-JP" sz="1200" b="0" dirty="0"/>
                        <a:t>)</a:t>
                      </a:r>
                      <a:r>
                        <a:rPr kumimoji="1" lang="en-US" altLang="ja-JP" sz="1200" b="0" dirty="0">
                          <a:solidFill>
                            <a:srgbClr val="C00000"/>
                          </a:solidFill>
                        </a:rPr>
                        <a:t>_</a:t>
                      </a:r>
                      <a:r>
                        <a:rPr kumimoji="1" lang="ja-JP" altLang="en-US" sz="1200" b="0" dirty="0">
                          <a:solidFill>
                            <a:srgbClr val="C00000"/>
                          </a:solidFill>
                        </a:rPr>
                        <a:t>最適化定型コピー処理</a:t>
                      </a:r>
                      <a:r>
                        <a:rPr kumimoji="1" lang="en-US" altLang="ja-JP" sz="1200" b="0" dirty="0"/>
                        <a:t>.xlsx</a:t>
                      </a:r>
                      <a:endParaRPr kumimoji="1" lang="ja-JP" altLang="en-US" sz="1200" b="0" dirty="0"/>
                    </a:p>
                  </a:txBody>
                  <a:tcPr>
                    <a:solidFill>
                      <a:schemeClr val="bg1">
                        <a:lumMod val="85000"/>
                      </a:schemeClr>
                    </a:solidFill>
                  </a:tcPr>
                </a:tc>
                <a:tc>
                  <a:txBody>
                    <a:bodyPr/>
                    <a:lstStyle/>
                    <a:p>
                      <a:r>
                        <a:rPr kumimoji="1" lang="ja-JP" altLang="en-US" sz="1200" dirty="0"/>
                        <a:t>最適化定型処理後、最適化定型外処理前の処理仕様</a:t>
                      </a:r>
                    </a:p>
                  </a:txBody>
                  <a:tcPr>
                    <a:solidFill>
                      <a:schemeClr val="bg1">
                        <a:lumMod val="85000"/>
                      </a:schemeClr>
                    </a:solidFill>
                  </a:tcPr>
                </a:tc>
                <a:extLst>
                  <a:ext uri="{0D108BD9-81ED-4DB2-BD59-A6C34878D82A}">
                    <a16:rowId xmlns:a16="http://schemas.microsoft.com/office/drawing/2014/main" val="105583243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t>01_</a:t>
                      </a:r>
                      <a:r>
                        <a:rPr kumimoji="1" lang="ja-JP" altLang="en-US" sz="1200" b="0" dirty="0"/>
                        <a:t>機能仕様</a:t>
                      </a:r>
                      <a:r>
                        <a:rPr kumimoji="1" lang="en-US" altLang="ja-JP" sz="1200" b="0" dirty="0"/>
                        <a:t>_(</a:t>
                      </a:r>
                      <a:r>
                        <a:rPr kumimoji="1" lang="ja-JP" altLang="en-US" sz="1200" b="0" dirty="0"/>
                        <a:t>機能名</a:t>
                      </a:r>
                      <a:r>
                        <a:rPr kumimoji="1" lang="en-US" altLang="ja-JP" sz="1200" b="0" dirty="0"/>
                        <a:t>)</a:t>
                      </a:r>
                      <a:r>
                        <a:rPr kumimoji="1" lang="ja-JP" altLang="en-US" sz="1200" b="0" dirty="0">
                          <a:solidFill>
                            <a:srgbClr val="C00000"/>
                          </a:solidFill>
                        </a:rPr>
                        <a:t>ー</a:t>
                      </a:r>
                      <a:r>
                        <a:rPr kumimoji="1" lang="en-US" altLang="ja-JP" sz="1200" b="0" dirty="0">
                          <a:solidFill>
                            <a:srgbClr val="C00000"/>
                          </a:solidFill>
                        </a:rPr>
                        <a:t>{</a:t>
                      </a:r>
                      <a:r>
                        <a:rPr kumimoji="1" lang="ja-JP" altLang="en-US" sz="1200" b="0" dirty="0">
                          <a:solidFill>
                            <a:srgbClr val="C00000"/>
                          </a:solidFill>
                        </a:rPr>
                        <a:t>小機能名</a:t>
                      </a:r>
                      <a:r>
                        <a:rPr kumimoji="1" lang="en-US" altLang="ja-JP" sz="1200" b="0" dirty="0">
                          <a:solidFill>
                            <a:srgbClr val="C00000"/>
                          </a:solidFill>
                        </a:rPr>
                        <a:t>}</a:t>
                      </a:r>
                      <a:r>
                        <a:rPr kumimoji="1" lang="en-US" altLang="ja-JP" sz="1200" b="0" dirty="0"/>
                        <a:t>.xlsx</a:t>
                      </a:r>
                      <a:r>
                        <a:rPr kumimoji="1" lang="ja-JP" altLang="en-US" sz="1200" b="0" dirty="0"/>
                        <a:t>（</a:t>
                      </a:r>
                      <a:r>
                        <a:rPr kumimoji="1" lang="en-US" altLang="ja-JP" sz="1200" b="0" dirty="0"/>
                        <a:t>※EGA</a:t>
                      </a:r>
                      <a:r>
                        <a:rPr kumimoji="1" lang="ja-JP" altLang="en-US" sz="1200" b="0" dirty="0"/>
                        <a:t>でみられる）</a:t>
                      </a:r>
                    </a:p>
                  </a:txBody>
                  <a:tcPr>
                    <a:solidFill>
                      <a:schemeClr val="bg1">
                        <a:lumMod val="85000"/>
                      </a:schemeClr>
                    </a:solidFill>
                  </a:tcPr>
                </a:tc>
                <a:tc>
                  <a:txBody>
                    <a:bodyPr/>
                    <a:lstStyle/>
                    <a:p>
                      <a:r>
                        <a:rPr kumimoji="1" lang="en-US" altLang="ja-JP" sz="1200" dirty="0"/>
                        <a:t>(</a:t>
                      </a:r>
                      <a:r>
                        <a:rPr kumimoji="1" lang="ja-JP" altLang="en-US" sz="1200" dirty="0"/>
                        <a:t>機能名</a:t>
                      </a:r>
                      <a:r>
                        <a:rPr kumimoji="1" lang="en-US" altLang="ja-JP" sz="1200" dirty="0"/>
                        <a:t>)</a:t>
                      </a:r>
                      <a:r>
                        <a:rPr kumimoji="1" lang="ja-JP" altLang="en-US" sz="1200" dirty="0"/>
                        <a:t>の小機能単位の仕様詳細</a:t>
                      </a:r>
                    </a:p>
                  </a:txBody>
                  <a:tcPr>
                    <a:solidFill>
                      <a:schemeClr val="bg1">
                        <a:lumMod val="85000"/>
                      </a:schemeClr>
                    </a:solidFill>
                  </a:tcPr>
                </a:tc>
                <a:extLst>
                  <a:ext uri="{0D108BD9-81ED-4DB2-BD59-A6C34878D82A}">
                    <a16:rowId xmlns:a16="http://schemas.microsoft.com/office/drawing/2014/main" val="493715961"/>
                  </a:ext>
                </a:extLst>
              </a:tr>
            </a:tbl>
          </a:graphicData>
        </a:graphic>
      </p:graphicFrame>
      <p:sp>
        <p:nvSpPr>
          <p:cNvPr id="5" name="二等辺三角形 4">
            <a:extLst>
              <a:ext uri="{FF2B5EF4-FFF2-40B4-BE49-F238E27FC236}">
                <a16:creationId xmlns:a16="http://schemas.microsoft.com/office/drawing/2014/main" id="{8905B571-01F9-C926-8CEF-5A834634D847}"/>
              </a:ext>
            </a:extLst>
          </p:cNvPr>
          <p:cNvSpPr/>
          <p:nvPr/>
        </p:nvSpPr>
        <p:spPr>
          <a:xfrm rot="10800000">
            <a:off x="5643879" y="4398282"/>
            <a:ext cx="904240" cy="213718"/>
          </a:xfrm>
          <a:prstGeom prst="triangle">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endParaRPr kumimoji="1" lang="ja-JP" altLang="en-US" sz="1400" dirty="0">
              <a:solidFill>
                <a:schemeClr val="tx1"/>
              </a:solidFill>
            </a:endParaRPr>
          </a:p>
        </p:txBody>
      </p:sp>
      <p:grpSp>
        <p:nvGrpSpPr>
          <p:cNvPr id="28" name="グループ化 27">
            <a:extLst>
              <a:ext uri="{FF2B5EF4-FFF2-40B4-BE49-F238E27FC236}">
                <a16:creationId xmlns:a16="http://schemas.microsoft.com/office/drawing/2014/main" id="{9FC554CE-E8AF-64D1-5D2C-426A391C9067}"/>
              </a:ext>
            </a:extLst>
          </p:cNvPr>
          <p:cNvGrpSpPr/>
          <p:nvPr/>
        </p:nvGrpSpPr>
        <p:grpSpPr>
          <a:xfrm>
            <a:off x="2745738" y="5140601"/>
            <a:ext cx="6574990" cy="1574547"/>
            <a:chOff x="3360420" y="4907459"/>
            <a:chExt cx="6574990" cy="1574547"/>
          </a:xfrm>
        </p:grpSpPr>
        <p:sp>
          <p:nvSpPr>
            <p:cNvPr id="6" name="正方形/長方形 5">
              <a:extLst>
                <a:ext uri="{FF2B5EF4-FFF2-40B4-BE49-F238E27FC236}">
                  <a16:creationId xmlns:a16="http://schemas.microsoft.com/office/drawing/2014/main" id="{9D5AE35E-74B6-DC24-5502-153C788829BC}"/>
                </a:ext>
              </a:extLst>
            </p:cNvPr>
            <p:cNvSpPr/>
            <p:nvPr/>
          </p:nvSpPr>
          <p:spPr>
            <a:xfrm>
              <a:off x="4043680" y="4907459"/>
              <a:ext cx="1300480" cy="3657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400" dirty="0">
                  <a:solidFill>
                    <a:schemeClr val="tx1"/>
                  </a:solidFill>
                </a:rPr>
                <a:t>メイン機能</a:t>
              </a:r>
            </a:p>
          </p:txBody>
        </p:sp>
        <p:sp>
          <p:nvSpPr>
            <p:cNvPr id="7" name="正方形/長方形 6">
              <a:extLst>
                <a:ext uri="{FF2B5EF4-FFF2-40B4-BE49-F238E27FC236}">
                  <a16:creationId xmlns:a16="http://schemas.microsoft.com/office/drawing/2014/main" id="{C346276E-AED7-8CF5-A9BE-2C9B9974D94E}"/>
                </a:ext>
              </a:extLst>
            </p:cNvPr>
            <p:cNvSpPr/>
            <p:nvPr/>
          </p:nvSpPr>
          <p:spPr>
            <a:xfrm>
              <a:off x="6710680" y="4983479"/>
              <a:ext cx="1300480" cy="2137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400" dirty="0">
                  <a:solidFill>
                    <a:schemeClr val="tx1"/>
                  </a:solidFill>
                </a:rPr>
                <a:t>小機能</a:t>
              </a:r>
            </a:p>
          </p:txBody>
        </p:sp>
        <p:sp>
          <p:nvSpPr>
            <p:cNvPr id="8" name="正方形/長方形 7">
              <a:extLst>
                <a:ext uri="{FF2B5EF4-FFF2-40B4-BE49-F238E27FC236}">
                  <a16:creationId xmlns:a16="http://schemas.microsoft.com/office/drawing/2014/main" id="{AA75B051-AA18-E537-A6B1-E17E9493DC7C}"/>
                </a:ext>
              </a:extLst>
            </p:cNvPr>
            <p:cNvSpPr/>
            <p:nvPr/>
          </p:nvSpPr>
          <p:spPr>
            <a:xfrm>
              <a:off x="6710680" y="5379361"/>
              <a:ext cx="1300480" cy="2137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400" dirty="0">
                  <a:solidFill>
                    <a:schemeClr val="tx1"/>
                  </a:solidFill>
                </a:rPr>
                <a:t>小機能</a:t>
              </a:r>
            </a:p>
          </p:txBody>
        </p:sp>
        <p:sp>
          <p:nvSpPr>
            <p:cNvPr id="9" name="正方形/長方形 8">
              <a:extLst>
                <a:ext uri="{FF2B5EF4-FFF2-40B4-BE49-F238E27FC236}">
                  <a16:creationId xmlns:a16="http://schemas.microsoft.com/office/drawing/2014/main" id="{D50DAEF5-16D8-5CAA-819D-82D6BA8070A2}"/>
                </a:ext>
              </a:extLst>
            </p:cNvPr>
            <p:cNvSpPr/>
            <p:nvPr/>
          </p:nvSpPr>
          <p:spPr>
            <a:xfrm>
              <a:off x="6710680" y="5775243"/>
              <a:ext cx="1300480" cy="2137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400" dirty="0">
                  <a:solidFill>
                    <a:schemeClr val="tx1"/>
                  </a:solidFill>
                </a:rPr>
                <a:t>小機能</a:t>
              </a:r>
            </a:p>
          </p:txBody>
        </p:sp>
        <p:sp>
          <p:nvSpPr>
            <p:cNvPr id="10" name="正方形/長方形 9">
              <a:extLst>
                <a:ext uri="{FF2B5EF4-FFF2-40B4-BE49-F238E27FC236}">
                  <a16:creationId xmlns:a16="http://schemas.microsoft.com/office/drawing/2014/main" id="{EB45F311-19C4-442F-E0D9-BC97F28800B2}"/>
                </a:ext>
              </a:extLst>
            </p:cNvPr>
            <p:cNvSpPr/>
            <p:nvPr/>
          </p:nvSpPr>
          <p:spPr>
            <a:xfrm>
              <a:off x="6710680" y="6171125"/>
              <a:ext cx="1300480" cy="2137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400" dirty="0">
                  <a:solidFill>
                    <a:schemeClr val="tx1"/>
                  </a:solidFill>
                </a:rPr>
                <a:t>小機能</a:t>
              </a:r>
            </a:p>
          </p:txBody>
        </p:sp>
        <p:cxnSp>
          <p:nvCxnSpPr>
            <p:cNvPr id="13" name="コネクタ: カギ線 12">
              <a:extLst>
                <a:ext uri="{FF2B5EF4-FFF2-40B4-BE49-F238E27FC236}">
                  <a16:creationId xmlns:a16="http://schemas.microsoft.com/office/drawing/2014/main" id="{734EA488-FF12-ED87-21D5-44C61572F28B}"/>
                </a:ext>
              </a:extLst>
            </p:cNvPr>
            <p:cNvCxnSpPr>
              <a:cxnSpLocks/>
              <a:stCxn id="6" idx="3"/>
              <a:endCxn id="8" idx="1"/>
            </p:cNvCxnSpPr>
            <p:nvPr/>
          </p:nvCxnSpPr>
          <p:spPr>
            <a:xfrm>
              <a:off x="5344160" y="5090339"/>
              <a:ext cx="1366520" cy="395882"/>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1BA3E2DD-91F6-C8BD-8AE7-29A0867F2914}"/>
                </a:ext>
              </a:extLst>
            </p:cNvPr>
            <p:cNvCxnSpPr>
              <a:cxnSpLocks/>
              <a:stCxn id="6" idx="3"/>
              <a:endCxn id="9" idx="1"/>
            </p:cNvCxnSpPr>
            <p:nvPr/>
          </p:nvCxnSpPr>
          <p:spPr>
            <a:xfrm>
              <a:off x="5344160" y="5090339"/>
              <a:ext cx="1366520" cy="79176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コネクタ: カギ線 19">
              <a:extLst>
                <a:ext uri="{FF2B5EF4-FFF2-40B4-BE49-F238E27FC236}">
                  <a16:creationId xmlns:a16="http://schemas.microsoft.com/office/drawing/2014/main" id="{35ED8ADA-FE5E-62D7-BC58-9C1A6910FD62}"/>
                </a:ext>
              </a:extLst>
            </p:cNvPr>
            <p:cNvCxnSpPr>
              <a:cxnSpLocks/>
              <a:stCxn id="6" idx="3"/>
              <a:endCxn id="10" idx="1"/>
            </p:cNvCxnSpPr>
            <p:nvPr/>
          </p:nvCxnSpPr>
          <p:spPr>
            <a:xfrm>
              <a:off x="5344160" y="5090339"/>
              <a:ext cx="1366520" cy="118764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37806432-D081-1319-1EF7-9020D405118F}"/>
                </a:ext>
              </a:extLst>
            </p:cNvPr>
            <p:cNvCxnSpPr>
              <a:stCxn id="6" idx="3"/>
              <a:endCxn id="7" idx="1"/>
            </p:cNvCxnSpPr>
            <p:nvPr/>
          </p:nvCxnSpPr>
          <p:spPr>
            <a:xfrm>
              <a:off x="5344160" y="5090339"/>
              <a:ext cx="1366520"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吹き出し: 角を丸めた四角形 24">
              <a:extLst>
                <a:ext uri="{FF2B5EF4-FFF2-40B4-BE49-F238E27FC236}">
                  <a16:creationId xmlns:a16="http://schemas.microsoft.com/office/drawing/2014/main" id="{934EA7AB-59B1-38E9-7E00-54992657FF64}"/>
                </a:ext>
              </a:extLst>
            </p:cNvPr>
            <p:cNvSpPr/>
            <p:nvPr/>
          </p:nvSpPr>
          <p:spPr>
            <a:xfrm>
              <a:off x="3360420" y="5486221"/>
              <a:ext cx="1457962" cy="995785"/>
            </a:xfrm>
            <a:prstGeom prst="wedgeRoundRectCallout">
              <a:avLst>
                <a:gd name="adj1" fmla="val 22065"/>
                <a:gd name="adj2" fmla="val -64817"/>
                <a:gd name="adj3" fmla="val 16667"/>
              </a:avLst>
            </a:prstGeom>
            <a:noFill/>
            <a:ln w="952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r>
                <a:rPr lang="ja-JP" altLang="en-US" sz="1200" dirty="0">
                  <a:solidFill>
                    <a:schemeClr val="tx1"/>
                  </a:solidFill>
                </a:rPr>
                <a:t>・メインの機能仕様</a:t>
              </a:r>
              <a:endParaRPr lang="en-US" altLang="ja-JP" sz="1200" dirty="0">
                <a:solidFill>
                  <a:schemeClr val="tx1"/>
                </a:solidFill>
              </a:endParaRPr>
            </a:p>
            <a:p>
              <a:r>
                <a:rPr lang="ja-JP" altLang="en-US" sz="1200" dirty="0">
                  <a:solidFill>
                    <a:schemeClr val="tx1"/>
                  </a:solidFill>
                </a:rPr>
                <a:t>・構造体</a:t>
              </a:r>
              <a:endParaRPr lang="en-US" altLang="ja-JP" sz="1200" dirty="0">
                <a:solidFill>
                  <a:schemeClr val="tx1"/>
                </a:solidFill>
              </a:endParaRPr>
            </a:p>
            <a:p>
              <a:r>
                <a:rPr lang="ja-JP" altLang="en-US" sz="1200" dirty="0">
                  <a:solidFill>
                    <a:schemeClr val="tx1"/>
                  </a:solidFill>
                </a:rPr>
                <a:t>・属性値</a:t>
              </a:r>
              <a:endParaRPr lang="en-US" altLang="ja-JP" sz="1200" dirty="0">
                <a:solidFill>
                  <a:schemeClr val="tx1"/>
                </a:solidFill>
              </a:endParaRPr>
            </a:p>
            <a:p>
              <a:r>
                <a:rPr lang="ja-JP" altLang="en-US" sz="1200" dirty="0">
                  <a:solidFill>
                    <a:schemeClr val="tx1"/>
                  </a:solidFill>
                </a:rPr>
                <a:t>・最適化定型処理</a:t>
              </a:r>
              <a:endParaRPr lang="en-US" altLang="ja-JP" sz="1200" dirty="0">
                <a:solidFill>
                  <a:schemeClr val="tx1"/>
                </a:solidFill>
              </a:endParaRPr>
            </a:p>
            <a:p>
              <a:r>
                <a:rPr lang="en-US" altLang="ja-JP" sz="1200" dirty="0">
                  <a:solidFill>
                    <a:schemeClr val="tx1"/>
                  </a:solidFill>
                </a:rPr>
                <a:t>…</a:t>
              </a:r>
            </a:p>
          </p:txBody>
        </p:sp>
        <p:sp>
          <p:nvSpPr>
            <p:cNvPr id="26" name="吹き出し: 角を丸めた四角形 25">
              <a:extLst>
                <a:ext uri="{FF2B5EF4-FFF2-40B4-BE49-F238E27FC236}">
                  <a16:creationId xmlns:a16="http://schemas.microsoft.com/office/drawing/2014/main" id="{8ADA81B6-2292-B706-60E7-4EE67962319B}"/>
                </a:ext>
              </a:extLst>
            </p:cNvPr>
            <p:cNvSpPr/>
            <p:nvPr/>
          </p:nvSpPr>
          <p:spPr>
            <a:xfrm>
              <a:off x="8257539" y="5055960"/>
              <a:ext cx="1677871" cy="275500"/>
            </a:xfrm>
            <a:prstGeom prst="wedgeRoundRectCallout">
              <a:avLst>
                <a:gd name="adj1" fmla="val -58953"/>
                <a:gd name="adj2" fmla="val -29787"/>
                <a:gd name="adj3" fmla="val 16667"/>
              </a:avLst>
            </a:prstGeom>
            <a:noFill/>
            <a:ln w="952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r>
                <a:rPr lang="ja-JP" altLang="en-US" sz="1200" dirty="0">
                  <a:solidFill>
                    <a:schemeClr val="tx1"/>
                  </a:solidFill>
                </a:rPr>
                <a:t>・小機能単位の仕様詳細</a:t>
              </a:r>
              <a:endParaRPr lang="en-US" altLang="ja-JP" sz="1200" dirty="0">
                <a:solidFill>
                  <a:schemeClr val="tx1"/>
                </a:solidFill>
              </a:endParaRPr>
            </a:p>
          </p:txBody>
        </p:sp>
      </p:grpSp>
      <p:sp>
        <p:nvSpPr>
          <p:cNvPr id="27" name="テキスト ボックス 26">
            <a:extLst>
              <a:ext uri="{FF2B5EF4-FFF2-40B4-BE49-F238E27FC236}">
                <a16:creationId xmlns:a16="http://schemas.microsoft.com/office/drawing/2014/main" id="{A342A467-7BB4-1E74-4094-FD6A25ED476F}"/>
              </a:ext>
            </a:extLst>
          </p:cNvPr>
          <p:cNvSpPr txBox="1"/>
          <p:nvPr/>
        </p:nvSpPr>
        <p:spPr>
          <a:xfrm>
            <a:off x="4473598" y="4710607"/>
            <a:ext cx="3244799" cy="338554"/>
          </a:xfrm>
          <a:prstGeom prst="rect">
            <a:avLst/>
          </a:prstGeom>
          <a:noFill/>
        </p:spPr>
        <p:txBody>
          <a:bodyPr wrap="none" rtlCol="0">
            <a:spAutoFit/>
          </a:bodyPr>
          <a:lstStyle/>
          <a:p>
            <a:r>
              <a:rPr kumimoji="1" lang="ja-JP" altLang="en-US" sz="1600" dirty="0">
                <a:latin typeface="Meiryo UI" panose="020B0604030504040204" pitchFamily="50" charset="-128"/>
                <a:ea typeface="Meiryo UI" panose="020B0604030504040204" pitchFamily="50" charset="-128"/>
              </a:rPr>
              <a:t>ファイル体系から推測される機能構成</a:t>
            </a:r>
          </a:p>
        </p:txBody>
      </p:sp>
      <p:sp>
        <p:nvSpPr>
          <p:cNvPr id="32" name="四角形: 角を丸くする 31">
            <a:extLst>
              <a:ext uri="{FF2B5EF4-FFF2-40B4-BE49-F238E27FC236}">
                <a16:creationId xmlns:a16="http://schemas.microsoft.com/office/drawing/2014/main" id="{CE6223ED-4CCD-E500-07F5-A43CC3FEF151}"/>
              </a:ext>
            </a:extLst>
          </p:cNvPr>
          <p:cNvSpPr/>
          <p:nvPr/>
        </p:nvSpPr>
        <p:spPr>
          <a:xfrm>
            <a:off x="10819899" y="1173021"/>
            <a:ext cx="3219450" cy="1713476"/>
          </a:xfrm>
          <a:prstGeom prst="roundRect">
            <a:avLst>
              <a:gd name="adj" fmla="val 7357"/>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r>
              <a:rPr lang="ja-JP" altLang="en-US" sz="1050" dirty="0">
                <a:solidFill>
                  <a:schemeClr val="tx1"/>
                </a:solidFill>
              </a:rPr>
              <a:t>質問</a:t>
            </a:r>
            <a:endParaRPr lang="en-US" altLang="ja-JP" sz="1050" dirty="0">
              <a:solidFill>
                <a:schemeClr val="tx1"/>
              </a:solidFill>
            </a:endParaRPr>
          </a:p>
          <a:p>
            <a:r>
              <a:rPr kumimoji="1" lang="ja-JP" altLang="en-US" sz="1050" dirty="0">
                <a:solidFill>
                  <a:schemeClr val="tx1"/>
                </a:solidFill>
              </a:rPr>
              <a:t>・基本は以下？</a:t>
            </a:r>
            <a:endParaRPr kumimoji="1" lang="en-US" altLang="ja-JP" sz="1050" dirty="0">
              <a:solidFill>
                <a:schemeClr val="tx1"/>
              </a:solidFill>
            </a:endParaRPr>
          </a:p>
          <a:p>
            <a:r>
              <a:rPr lang="ja-JP" altLang="en-US" sz="1050" dirty="0">
                <a:solidFill>
                  <a:schemeClr val="tx1"/>
                </a:solidFill>
              </a:rPr>
              <a:t>　・</a:t>
            </a:r>
            <a:r>
              <a:rPr kumimoji="1" lang="en-US" altLang="ja-JP" sz="1050" b="0" dirty="0">
                <a:solidFill>
                  <a:schemeClr val="tx1"/>
                </a:solidFill>
              </a:rPr>
              <a:t> 01_</a:t>
            </a:r>
            <a:r>
              <a:rPr kumimoji="1" lang="ja-JP" altLang="en-US" sz="1050" b="0" dirty="0">
                <a:solidFill>
                  <a:schemeClr val="tx1"/>
                </a:solidFill>
              </a:rPr>
              <a:t>機能仕様</a:t>
            </a:r>
            <a:r>
              <a:rPr kumimoji="1" lang="en-US" altLang="ja-JP" sz="1050" b="0" dirty="0">
                <a:solidFill>
                  <a:schemeClr val="tx1"/>
                </a:solidFill>
              </a:rPr>
              <a:t>_(</a:t>
            </a:r>
            <a:r>
              <a:rPr kumimoji="1" lang="ja-JP" altLang="en-US" sz="1050" b="0" dirty="0">
                <a:solidFill>
                  <a:schemeClr val="tx1"/>
                </a:solidFill>
              </a:rPr>
              <a:t>機能名</a:t>
            </a:r>
            <a:r>
              <a:rPr kumimoji="1" lang="en-US" altLang="ja-JP" sz="1050" b="0" dirty="0">
                <a:solidFill>
                  <a:schemeClr val="tx1"/>
                </a:solidFill>
              </a:rPr>
              <a:t>).xlsx</a:t>
            </a:r>
            <a:endParaRPr lang="en-US" altLang="ja-JP" sz="1050" dirty="0">
              <a:solidFill>
                <a:schemeClr val="tx1"/>
              </a:solidFill>
            </a:endParaRPr>
          </a:p>
          <a:p>
            <a:r>
              <a:rPr kumimoji="1" lang="ja-JP" altLang="en-US" sz="1050" dirty="0">
                <a:solidFill>
                  <a:schemeClr val="tx1"/>
                </a:solidFill>
              </a:rPr>
              <a:t>　・</a:t>
            </a:r>
            <a:r>
              <a:rPr kumimoji="1" lang="en-US" altLang="ja-JP" sz="1050" b="0" dirty="0"/>
              <a:t> </a:t>
            </a:r>
            <a:r>
              <a:rPr kumimoji="1" lang="en-US" altLang="ja-JP" sz="1050" b="0" dirty="0">
                <a:solidFill>
                  <a:schemeClr val="tx1"/>
                </a:solidFill>
              </a:rPr>
              <a:t>01_</a:t>
            </a:r>
            <a:r>
              <a:rPr kumimoji="1" lang="ja-JP" altLang="en-US" sz="1050" b="0" dirty="0">
                <a:solidFill>
                  <a:schemeClr val="tx1"/>
                </a:solidFill>
              </a:rPr>
              <a:t>機能仕様</a:t>
            </a:r>
            <a:r>
              <a:rPr kumimoji="1" lang="en-US" altLang="ja-JP" sz="1050" b="0" dirty="0">
                <a:solidFill>
                  <a:schemeClr val="tx1"/>
                </a:solidFill>
              </a:rPr>
              <a:t>_(</a:t>
            </a:r>
            <a:r>
              <a:rPr kumimoji="1" lang="ja-JP" altLang="en-US" sz="1050" b="0" dirty="0">
                <a:solidFill>
                  <a:schemeClr val="tx1"/>
                </a:solidFill>
              </a:rPr>
              <a:t>機能名</a:t>
            </a:r>
            <a:r>
              <a:rPr kumimoji="1" lang="en-US" altLang="ja-JP" sz="1050" b="0" dirty="0">
                <a:solidFill>
                  <a:schemeClr val="tx1"/>
                </a:solidFill>
              </a:rPr>
              <a:t>)_</a:t>
            </a:r>
            <a:r>
              <a:rPr kumimoji="1" lang="ja-JP" altLang="en-US" sz="1050" b="0" dirty="0">
                <a:solidFill>
                  <a:schemeClr val="tx1"/>
                </a:solidFill>
              </a:rPr>
              <a:t>〇〇</a:t>
            </a:r>
            <a:r>
              <a:rPr kumimoji="1" lang="en-US" altLang="ja-JP" sz="1050" b="0" dirty="0">
                <a:solidFill>
                  <a:schemeClr val="tx1"/>
                </a:solidFill>
              </a:rPr>
              <a:t>.xlsx</a:t>
            </a:r>
          </a:p>
          <a:p>
            <a:endParaRPr kumimoji="1" lang="en-US" altLang="ja-JP" sz="1050" b="0" dirty="0">
              <a:solidFill>
                <a:schemeClr val="tx1"/>
              </a:solidFill>
            </a:endParaRPr>
          </a:p>
          <a:p>
            <a:r>
              <a:rPr lang="ja-JP" altLang="en-US" sz="1050" dirty="0">
                <a:solidFill>
                  <a:schemeClr val="tx1"/>
                </a:solidFill>
              </a:rPr>
              <a:t>・</a:t>
            </a:r>
            <a:r>
              <a:rPr lang="en-US" altLang="ja-JP" sz="1050" dirty="0">
                <a:solidFill>
                  <a:schemeClr val="tx1"/>
                </a:solidFill>
              </a:rPr>
              <a:t>EGA</a:t>
            </a:r>
            <a:r>
              <a:rPr lang="ja-JP" altLang="en-US" sz="1050" dirty="0">
                <a:solidFill>
                  <a:schemeClr val="tx1"/>
                </a:solidFill>
              </a:rPr>
              <a:t>は例外的に小機能をファイル分けしている？</a:t>
            </a:r>
            <a:endParaRPr lang="en-US" altLang="ja-JP" sz="1050" dirty="0">
              <a:solidFill>
                <a:schemeClr val="tx1"/>
              </a:solidFill>
            </a:endParaRPr>
          </a:p>
          <a:p>
            <a:r>
              <a:rPr kumimoji="1" lang="ja-JP" altLang="en-US" sz="1050" b="0" dirty="0">
                <a:solidFill>
                  <a:schemeClr val="tx1"/>
                </a:solidFill>
              </a:rPr>
              <a:t>　・他の機能は小機能がメイン機能仕様書に入っている？</a:t>
            </a:r>
            <a:endParaRPr kumimoji="1" lang="en-US" altLang="ja-JP" sz="1050" b="0" dirty="0">
              <a:solidFill>
                <a:schemeClr val="tx1"/>
              </a:solidFill>
            </a:endParaRPr>
          </a:p>
          <a:p>
            <a:r>
              <a:rPr lang="ja-JP" altLang="en-US" sz="1050" dirty="0">
                <a:solidFill>
                  <a:schemeClr val="tx1"/>
                </a:solidFill>
              </a:rPr>
              <a:t>　・新しい書き方？</a:t>
            </a:r>
            <a:endParaRPr lang="en-US" altLang="ja-JP" sz="1050" dirty="0">
              <a:solidFill>
                <a:schemeClr val="tx1"/>
              </a:solidFill>
            </a:endParaRPr>
          </a:p>
          <a:p>
            <a:r>
              <a:rPr kumimoji="1" lang="ja-JP" altLang="en-US" sz="1050" b="0" dirty="0">
                <a:solidFill>
                  <a:schemeClr val="tx1"/>
                </a:solidFill>
              </a:rPr>
              <a:t>　・古い書き方はどんな感じか</a:t>
            </a:r>
            <a:endParaRPr kumimoji="1" lang="en-US" altLang="ja-JP" sz="1050" b="0" dirty="0">
              <a:solidFill>
                <a:schemeClr val="tx1"/>
              </a:solidFill>
            </a:endParaRPr>
          </a:p>
          <a:p>
            <a:r>
              <a:rPr lang="ja-JP" altLang="en-US" sz="1050" dirty="0">
                <a:solidFill>
                  <a:schemeClr val="tx1"/>
                </a:solidFill>
              </a:rPr>
              <a:t>　・</a:t>
            </a:r>
            <a:endParaRPr kumimoji="1" lang="en-US" altLang="ja-JP" sz="1050" b="0" dirty="0">
              <a:solidFill>
                <a:schemeClr val="tx1"/>
              </a:solidFill>
            </a:endParaRPr>
          </a:p>
          <a:p>
            <a:endParaRPr lang="en-US" altLang="ja-JP" sz="1050" dirty="0">
              <a:solidFill>
                <a:schemeClr val="tx1"/>
              </a:solidFill>
            </a:endParaRPr>
          </a:p>
          <a:p>
            <a:endParaRPr kumimoji="1" lang="ja-JP" altLang="en-US" sz="1050" b="0" dirty="0">
              <a:solidFill>
                <a:schemeClr val="tx1"/>
              </a:solidFill>
            </a:endParaRPr>
          </a:p>
        </p:txBody>
      </p:sp>
    </p:spTree>
    <p:extLst>
      <p:ext uri="{BB962C8B-B14F-4D97-AF65-F5344CB8AC3E}">
        <p14:creationId xmlns:p14="http://schemas.microsoft.com/office/powerpoint/2010/main" val="16815893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F8AE16-F8C5-49AB-4D29-6E75BC07EA14}"/>
              </a:ext>
            </a:extLst>
          </p:cNvPr>
          <p:cNvSpPr>
            <a:spLocks noGrp="1"/>
          </p:cNvSpPr>
          <p:nvPr>
            <p:ph type="title"/>
          </p:nvPr>
        </p:nvSpPr>
        <p:spPr/>
        <p:txBody>
          <a:bodyPr/>
          <a:lstStyle/>
          <a:p>
            <a:r>
              <a:rPr kumimoji="1" lang="ja-JP" altLang="en-US" dirty="0"/>
              <a:t>シート種類についての認識合わせ</a:t>
            </a:r>
          </a:p>
        </p:txBody>
      </p:sp>
      <p:graphicFrame>
        <p:nvGraphicFramePr>
          <p:cNvPr id="6" name="表 5">
            <a:extLst>
              <a:ext uri="{FF2B5EF4-FFF2-40B4-BE49-F238E27FC236}">
                <a16:creationId xmlns:a16="http://schemas.microsoft.com/office/drawing/2014/main" id="{2911B65B-5530-BC1E-26CB-5CD30C23D925}"/>
              </a:ext>
            </a:extLst>
          </p:cNvPr>
          <p:cNvGraphicFramePr>
            <a:graphicFrameLocks noGrp="1"/>
          </p:cNvGraphicFramePr>
          <p:nvPr>
            <p:extLst>
              <p:ext uri="{D42A27DB-BD31-4B8C-83A1-F6EECF244321}">
                <p14:modId xmlns:p14="http://schemas.microsoft.com/office/powerpoint/2010/main" val="4216852185"/>
              </p:ext>
            </p:extLst>
          </p:nvPr>
        </p:nvGraphicFramePr>
        <p:xfrm>
          <a:off x="1228725" y="885744"/>
          <a:ext cx="9734550" cy="7218680"/>
        </p:xfrm>
        <a:graphic>
          <a:graphicData uri="http://schemas.openxmlformats.org/drawingml/2006/table">
            <a:tbl>
              <a:tblPr firstRow="1" bandRow="1">
                <a:tableStyleId>{21E4AEA4-8DFA-4A89-87EB-49C32662AFE0}</a:tableStyleId>
              </a:tblPr>
              <a:tblGrid>
                <a:gridCol w="1080653">
                  <a:extLst>
                    <a:ext uri="{9D8B030D-6E8A-4147-A177-3AD203B41FA5}">
                      <a16:colId xmlns:a16="http://schemas.microsoft.com/office/drawing/2014/main" val="3589254144"/>
                    </a:ext>
                  </a:extLst>
                </a:gridCol>
                <a:gridCol w="2176352">
                  <a:extLst>
                    <a:ext uri="{9D8B030D-6E8A-4147-A177-3AD203B41FA5}">
                      <a16:colId xmlns:a16="http://schemas.microsoft.com/office/drawing/2014/main" val="1177716113"/>
                    </a:ext>
                  </a:extLst>
                </a:gridCol>
                <a:gridCol w="6477545">
                  <a:extLst>
                    <a:ext uri="{9D8B030D-6E8A-4147-A177-3AD203B41FA5}">
                      <a16:colId xmlns:a16="http://schemas.microsoft.com/office/drawing/2014/main" val="118367083"/>
                    </a:ext>
                  </a:extLst>
                </a:gridCol>
              </a:tblGrid>
              <a:tr h="370840">
                <a:tc gridSpan="2">
                  <a:txBody>
                    <a:bodyPr/>
                    <a:lstStyle/>
                    <a:p>
                      <a:r>
                        <a:rPr kumimoji="1" lang="ja-JP" altLang="en-US" sz="1200" dirty="0"/>
                        <a:t>シート名</a:t>
                      </a:r>
                    </a:p>
                  </a:txBody>
                  <a:tcPr>
                    <a:solidFill>
                      <a:srgbClr val="C00000"/>
                    </a:solidFill>
                  </a:tcPr>
                </a:tc>
                <a:tc hMerge="1">
                  <a:txBody>
                    <a:bodyPr/>
                    <a:lstStyle/>
                    <a:p>
                      <a:endParaRPr kumimoji="1" lang="ja-JP" altLang="en-US" sz="1200" dirty="0"/>
                    </a:p>
                  </a:txBody>
                  <a:tcPr>
                    <a:solidFill>
                      <a:srgbClr val="C00000"/>
                    </a:solidFill>
                  </a:tcPr>
                </a:tc>
                <a:tc>
                  <a:txBody>
                    <a:bodyPr/>
                    <a:lstStyle/>
                    <a:p>
                      <a:r>
                        <a:rPr kumimoji="1" lang="ja-JP" altLang="en-US" sz="1200" dirty="0"/>
                        <a:t>情報</a:t>
                      </a:r>
                    </a:p>
                  </a:txBody>
                  <a:tcPr>
                    <a:solidFill>
                      <a:srgbClr val="C00000"/>
                    </a:solidFill>
                  </a:tcPr>
                </a:tc>
                <a:extLst>
                  <a:ext uri="{0D108BD9-81ED-4DB2-BD59-A6C34878D82A}">
                    <a16:rowId xmlns:a16="http://schemas.microsoft.com/office/drawing/2014/main" val="961319653"/>
                  </a:ext>
                </a:extLst>
              </a:tr>
              <a:tr h="370840">
                <a:tc gridSpan="2">
                  <a:txBody>
                    <a:bodyPr/>
                    <a:lstStyle/>
                    <a:p>
                      <a:r>
                        <a:rPr kumimoji="1" lang="ja-JP" altLang="en-US" sz="1200" b="0" dirty="0">
                          <a:solidFill>
                            <a:srgbClr val="C00000"/>
                          </a:solidFill>
                        </a:rPr>
                        <a:t>更新履歴</a:t>
                      </a:r>
                    </a:p>
                  </a:txBody>
                  <a:tcPr>
                    <a:solidFill>
                      <a:schemeClr val="bg1">
                        <a:lumMod val="85000"/>
                      </a:schemeClr>
                    </a:solidFill>
                  </a:tcPr>
                </a:tc>
                <a:tc hMerge="1">
                  <a:txBody>
                    <a:bodyPr/>
                    <a:lstStyle/>
                    <a:p>
                      <a:endParaRPr kumimoji="1" lang="ja-JP" altLang="en-US" sz="1200" b="0" dirty="0"/>
                    </a:p>
                  </a:txBody>
                  <a:tcPr>
                    <a:solidFill>
                      <a:schemeClr val="bg1">
                        <a:lumMod val="85000"/>
                      </a:schemeClr>
                    </a:solidFill>
                  </a:tcPr>
                </a:tc>
                <a:tc>
                  <a:txBody>
                    <a:bodyPr/>
                    <a:lstStyle/>
                    <a:p>
                      <a:r>
                        <a:rPr kumimoji="1" lang="en-US" altLang="ja-JP" sz="1200" dirty="0"/>
                        <a:t>Rev</a:t>
                      </a:r>
                      <a:r>
                        <a:rPr kumimoji="1" lang="ja-JP" altLang="en-US" sz="1200" dirty="0"/>
                        <a:t>、バージョン、発行日、発行者、開発</a:t>
                      </a:r>
                      <a:r>
                        <a:rPr kumimoji="1" lang="en-US" altLang="ja-JP" sz="1200" dirty="0"/>
                        <a:t>ID</a:t>
                      </a:r>
                      <a:r>
                        <a:rPr kumimoji="1" lang="ja-JP" altLang="en-US" sz="1200" dirty="0"/>
                        <a:t>、変更シート、変更内容</a:t>
                      </a:r>
                    </a:p>
                  </a:txBody>
                  <a:tcPr>
                    <a:solidFill>
                      <a:schemeClr val="bg1">
                        <a:lumMod val="85000"/>
                      </a:schemeClr>
                    </a:solidFill>
                  </a:tcPr>
                </a:tc>
                <a:extLst>
                  <a:ext uri="{0D108BD9-81ED-4DB2-BD59-A6C34878D82A}">
                    <a16:rowId xmlns:a16="http://schemas.microsoft.com/office/drawing/2014/main" val="1116673316"/>
                  </a:ext>
                </a:extLst>
              </a:tr>
              <a:tr h="370840">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rgbClr val="C00000"/>
                          </a:solidFill>
                        </a:rPr>
                        <a:t>概要</a:t>
                      </a:r>
                    </a:p>
                  </a:txBody>
                  <a:tcPr>
                    <a:solidFill>
                      <a:schemeClr val="bg1">
                        <a:lumMod val="7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r>
                        <a:rPr kumimoji="1" lang="ja-JP" altLang="en-US" sz="1200" dirty="0"/>
                        <a:t>目的、開発要求元、対象装置、対象ジョブ、リリース形態、機能概要、制約事項、補足事項</a:t>
                      </a:r>
                    </a:p>
                  </a:txBody>
                  <a:tcPr>
                    <a:solidFill>
                      <a:schemeClr val="bg1">
                        <a:lumMod val="75000"/>
                      </a:schemeClr>
                    </a:solidFill>
                  </a:tcPr>
                </a:tc>
                <a:extLst>
                  <a:ext uri="{0D108BD9-81ED-4DB2-BD59-A6C34878D82A}">
                    <a16:rowId xmlns:a16="http://schemas.microsoft.com/office/drawing/2014/main" val="901909377"/>
                  </a:ext>
                </a:extLst>
              </a:tr>
              <a:tr h="370840">
                <a:tc rowSpan="9">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solidFill>
                            <a:schemeClr val="tx1"/>
                          </a:solidFill>
                        </a:rPr>
                        <a:t>&lt;&lt;</a:t>
                      </a:r>
                      <a:r>
                        <a:rPr kumimoji="1" lang="ja-JP" altLang="en-US" sz="1200" b="0" dirty="0">
                          <a:solidFill>
                            <a:schemeClr val="tx1"/>
                          </a:solidFill>
                        </a:rPr>
                        <a:t>定義</a:t>
                      </a:r>
                      <a:r>
                        <a:rPr kumimoji="1" lang="en-US" altLang="ja-JP" sz="1200" b="0" dirty="0">
                          <a:solidFill>
                            <a:schemeClr val="tx1"/>
                          </a:solidFill>
                        </a:rPr>
                        <a:t>&gt;&gt;</a:t>
                      </a:r>
                      <a:endParaRPr kumimoji="1" lang="ja-JP" altLang="en-US" sz="1200" b="0" dirty="0">
                        <a:solidFill>
                          <a:schemeClr val="tx1"/>
                        </a:solidFill>
                      </a:endParaRPr>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chemeClr val="tx1"/>
                          </a:solidFill>
                        </a:rPr>
                        <a:t>機能構成</a:t>
                      </a:r>
                      <a:endParaRPr kumimoji="1" lang="en-US" altLang="ja-JP" sz="1200" b="0" dirty="0">
                        <a:solidFill>
                          <a:schemeClr val="tx1"/>
                        </a:solidFill>
                      </a:endParaRPr>
                    </a:p>
                  </a:txBody>
                  <a:tcPr>
                    <a:solidFill>
                      <a:schemeClr val="bg1">
                        <a:lumMod val="85000"/>
                      </a:schemeClr>
                    </a:solidFill>
                  </a:tcPr>
                </a:tc>
                <a:tc>
                  <a:txBody>
                    <a:bodyPr/>
                    <a:lstStyle/>
                    <a:p>
                      <a:r>
                        <a:rPr kumimoji="1" lang="ja-JP" altLang="en-US" sz="1200" dirty="0"/>
                        <a:t>クラス図、クラス説明：画像</a:t>
                      </a:r>
                    </a:p>
                  </a:txBody>
                  <a:tcPr>
                    <a:solidFill>
                      <a:schemeClr val="bg1">
                        <a:lumMod val="85000"/>
                      </a:schemeClr>
                    </a:solidFill>
                  </a:tcPr>
                </a:tc>
                <a:extLst>
                  <a:ext uri="{0D108BD9-81ED-4DB2-BD59-A6C34878D82A}">
                    <a16:rowId xmlns:a16="http://schemas.microsoft.com/office/drawing/2014/main" val="3315370891"/>
                  </a:ext>
                </a:extLst>
              </a:tr>
              <a:tr h="3708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chemeClr val="tx1"/>
                          </a:solidFill>
                        </a:rPr>
                        <a:t>機能概念</a:t>
                      </a:r>
                    </a:p>
                  </a:txBody>
                  <a:tcPr>
                    <a:solidFill>
                      <a:schemeClr val="bg1">
                        <a:lumMod val="85000"/>
                      </a:schemeClr>
                    </a:solidFill>
                  </a:tcPr>
                </a:tc>
                <a:tc>
                  <a:txBody>
                    <a:bodyPr/>
                    <a:lstStyle/>
                    <a:p>
                      <a:r>
                        <a:rPr kumimoji="1" lang="ja-JP" altLang="en-US" sz="1200" dirty="0"/>
                        <a:t>機能概念（機能の背景、制約、場合分け）</a:t>
                      </a:r>
                    </a:p>
                  </a:txBody>
                  <a:tcPr>
                    <a:solidFill>
                      <a:schemeClr val="bg1">
                        <a:lumMod val="85000"/>
                      </a:schemeClr>
                    </a:solidFill>
                  </a:tcPr>
                </a:tc>
                <a:extLst>
                  <a:ext uri="{0D108BD9-81ED-4DB2-BD59-A6C34878D82A}">
                    <a16:rowId xmlns:a16="http://schemas.microsoft.com/office/drawing/2014/main" val="3017887169"/>
                  </a:ext>
                </a:extLst>
              </a:tr>
              <a:tr h="3708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rgbClr val="C00000"/>
                          </a:solidFill>
                        </a:rPr>
                        <a:t>用語</a:t>
                      </a:r>
                    </a:p>
                  </a:txBody>
                  <a:tcPr>
                    <a:solidFill>
                      <a:schemeClr val="bg1">
                        <a:lumMod val="85000"/>
                      </a:schemeClr>
                    </a:solidFill>
                  </a:tcPr>
                </a:tc>
                <a:tc>
                  <a:txBody>
                    <a:bodyPr/>
                    <a:lstStyle/>
                    <a:p>
                      <a:r>
                        <a:rPr kumimoji="1" lang="ja-JP" altLang="en-US" sz="1200" dirty="0"/>
                        <a:t>用語の定義</a:t>
                      </a:r>
                    </a:p>
                  </a:txBody>
                  <a:tcPr>
                    <a:solidFill>
                      <a:schemeClr val="bg1">
                        <a:lumMod val="85000"/>
                      </a:schemeClr>
                    </a:solidFill>
                  </a:tcPr>
                </a:tc>
                <a:extLst>
                  <a:ext uri="{0D108BD9-81ED-4DB2-BD59-A6C34878D82A}">
                    <a16:rowId xmlns:a16="http://schemas.microsoft.com/office/drawing/2014/main" val="1055832436"/>
                  </a:ext>
                </a:extLst>
              </a:tr>
              <a:tr h="3708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solidFill>
                            <a:srgbClr val="C00000"/>
                          </a:solidFill>
                        </a:rPr>
                        <a:t>Command</a:t>
                      </a:r>
                      <a:endParaRPr kumimoji="1" lang="ja-JP" altLang="en-US" sz="1200" b="0" dirty="0">
                        <a:solidFill>
                          <a:srgbClr val="C00000"/>
                        </a:solidFill>
                      </a:endParaRPr>
                    </a:p>
                  </a:txBody>
                  <a:tcPr>
                    <a:solidFill>
                      <a:schemeClr val="bg1">
                        <a:lumMod val="85000"/>
                      </a:schemeClr>
                    </a:solidFill>
                  </a:tcPr>
                </a:tc>
                <a:tc>
                  <a:txBody>
                    <a:bodyPr/>
                    <a:lstStyle/>
                    <a:p>
                      <a:r>
                        <a:rPr kumimoji="1" lang="ja-JP" altLang="en-US" sz="1200" dirty="0"/>
                        <a:t>コマンド定義（名称、タグ名、タイプ、型、サイズ、内容、単位、設定内容）</a:t>
                      </a:r>
                    </a:p>
                  </a:txBody>
                  <a:tcPr>
                    <a:solidFill>
                      <a:schemeClr val="bg1">
                        <a:lumMod val="85000"/>
                      </a:schemeClr>
                    </a:solidFill>
                  </a:tcPr>
                </a:tc>
                <a:extLst>
                  <a:ext uri="{0D108BD9-81ED-4DB2-BD59-A6C34878D82A}">
                    <a16:rowId xmlns:a16="http://schemas.microsoft.com/office/drawing/2014/main" val="493715961"/>
                  </a:ext>
                </a:extLst>
              </a:tr>
              <a:tr h="3708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solidFill>
                            <a:srgbClr val="C00000"/>
                          </a:solidFill>
                        </a:rPr>
                        <a:t>Message</a:t>
                      </a:r>
                      <a:endParaRPr kumimoji="1" lang="ja-JP" altLang="en-US" sz="1200" b="0" dirty="0">
                        <a:solidFill>
                          <a:srgbClr val="C00000"/>
                        </a:solidFill>
                      </a:endParaRPr>
                    </a:p>
                  </a:txBody>
                  <a:tcPr>
                    <a:solidFill>
                      <a:schemeClr val="bg1">
                        <a:lumMod val="85000"/>
                      </a:schemeClr>
                    </a:solidFill>
                  </a:tcPr>
                </a:tc>
                <a:tc>
                  <a:txBody>
                    <a:bodyPr/>
                    <a:lstStyle/>
                    <a:p>
                      <a:r>
                        <a:rPr kumimoji="1" lang="ja-JP" altLang="en-US" sz="1200" dirty="0"/>
                        <a:t>メッセージ定義（内容、型・種別、設定範囲、多重度、単位、ログ、パスポイント、</a:t>
                      </a:r>
                      <a:r>
                        <a:rPr kumimoji="1" lang="en-US" altLang="ja-JP" sz="1200" dirty="0"/>
                        <a:t>Host</a:t>
                      </a:r>
                      <a:r>
                        <a:rPr kumimoji="1" lang="ja-JP" altLang="en-US" sz="1200" dirty="0"/>
                        <a:t>通知、説明）</a:t>
                      </a:r>
                    </a:p>
                  </a:txBody>
                  <a:tcPr>
                    <a:solidFill>
                      <a:schemeClr val="bg1">
                        <a:lumMod val="85000"/>
                      </a:schemeClr>
                    </a:solidFill>
                  </a:tcPr>
                </a:tc>
                <a:extLst>
                  <a:ext uri="{0D108BD9-81ED-4DB2-BD59-A6C34878D82A}">
                    <a16:rowId xmlns:a16="http://schemas.microsoft.com/office/drawing/2014/main" val="2993166474"/>
                  </a:ext>
                </a:extLst>
              </a:tr>
              <a:tr h="3708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chemeClr val="tx1"/>
                          </a:solidFill>
                        </a:rPr>
                        <a:t>シナリオ</a:t>
                      </a:r>
                    </a:p>
                  </a:txBody>
                  <a:tcPr>
                    <a:solidFill>
                      <a:schemeClr val="bg1">
                        <a:lumMod val="85000"/>
                      </a:schemeClr>
                    </a:solidFill>
                  </a:tcPr>
                </a:tc>
                <a:tc>
                  <a:txBody>
                    <a:bodyPr/>
                    <a:lstStyle/>
                    <a:p>
                      <a:r>
                        <a:rPr kumimoji="1" lang="ja-JP" altLang="en-US" sz="1200" dirty="0"/>
                        <a:t>シナリオ（正常時、異常時、</a:t>
                      </a:r>
                      <a:r>
                        <a:rPr kumimoji="1" lang="en-US" altLang="ja-JP" sz="1200" dirty="0"/>
                        <a:t>Lot</a:t>
                      </a:r>
                      <a:r>
                        <a:rPr kumimoji="1" lang="ja-JP" altLang="en-US" sz="1200" dirty="0"/>
                        <a:t>移行時、その他）</a:t>
                      </a:r>
                    </a:p>
                  </a:txBody>
                  <a:tcPr>
                    <a:solidFill>
                      <a:schemeClr val="bg1">
                        <a:lumMod val="85000"/>
                      </a:schemeClr>
                    </a:solidFill>
                  </a:tcPr>
                </a:tc>
                <a:extLst>
                  <a:ext uri="{0D108BD9-81ED-4DB2-BD59-A6C34878D82A}">
                    <a16:rowId xmlns:a16="http://schemas.microsoft.com/office/drawing/2014/main" val="567440172"/>
                  </a:ext>
                </a:extLst>
              </a:tr>
              <a:tr h="3708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chemeClr val="tx1"/>
                          </a:solidFill>
                        </a:rPr>
                        <a:t>構造体</a:t>
                      </a:r>
                    </a:p>
                  </a:txBody>
                  <a:tcPr>
                    <a:solidFill>
                      <a:schemeClr val="bg1">
                        <a:lumMod val="85000"/>
                      </a:schemeClr>
                    </a:solidFill>
                  </a:tcPr>
                </a:tc>
                <a:tc>
                  <a:txBody>
                    <a:bodyPr/>
                    <a:lstStyle/>
                    <a:p>
                      <a:r>
                        <a:rPr kumimoji="1" lang="ja-JP" altLang="en-US" sz="1200" dirty="0"/>
                        <a:t>構造体の定義</a:t>
                      </a:r>
                    </a:p>
                  </a:txBody>
                  <a:tcPr>
                    <a:solidFill>
                      <a:schemeClr val="bg1">
                        <a:lumMod val="85000"/>
                      </a:schemeClr>
                    </a:solidFill>
                  </a:tcPr>
                </a:tc>
                <a:extLst>
                  <a:ext uri="{0D108BD9-81ED-4DB2-BD59-A6C34878D82A}">
                    <a16:rowId xmlns:a16="http://schemas.microsoft.com/office/drawing/2014/main" val="3548581799"/>
                  </a:ext>
                </a:extLst>
              </a:tr>
              <a:tr h="370840">
                <a:tc vMerge="1">
                  <a:txBody>
                    <a:bodyPr/>
                    <a:lstStyle/>
                    <a:p>
                      <a:endParaRPr kumimoji="1" lang="ja-JP"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chemeClr val="tx1"/>
                          </a:solidFill>
                        </a:rPr>
                        <a:t>属性値</a:t>
                      </a:r>
                    </a:p>
                  </a:txBody>
                  <a:tcPr>
                    <a:solidFill>
                      <a:schemeClr val="bg1">
                        <a:lumMod val="85000"/>
                      </a:schemeClr>
                    </a:solidFill>
                  </a:tcPr>
                </a:tc>
                <a:tc>
                  <a:txBody>
                    <a:bodyPr/>
                    <a:lstStyle/>
                    <a:p>
                      <a:r>
                        <a:rPr kumimoji="1" lang="ja-JP" altLang="en-US" sz="1200" dirty="0"/>
                        <a:t>属性値の定義</a:t>
                      </a:r>
                    </a:p>
                  </a:txBody>
                  <a:tcPr>
                    <a:solidFill>
                      <a:schemeClr val="bg1">
                        <a:lumMod val="85000"/>
                      </a:schemeClr>
                    </a:solidFill>
                  </a:tcPr>
                </a:tc>
                <a:extLst>
                  <a:ext uri="{0D108BD9-81ED-4DB2-BD59-A6C34878D82A}">
                    <a16:rowId xmlns:a16="http://schemas.microsoft.com/office/drawing/2014/main" val="2456696591"/>
                  </a:ext>
                </a:extLst>
              </a:tr>
              <a:tr h="3708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chemeClr val="tx1"/>
                          </a:solidFill>
                        </a:rPr>
                        <a:t>○○パラメータ</a:t>
                      </a:r>
                    </a:p>
                  </a:txBody>
                  <a:tcPr>
                    <a:solidFill>
                      <a:schemeClr val="bg1">
                        <a:lumMod val="85000"/>
                      </a:schemeClr>
                    </a:solidFill>
                  </a:tcPr>
                </a:tc>
                <a:tc>
                  <a:txBody>
                    <a:bodyPr/>
                    <a:lstStyle/>
                    <a:p>
                      <a:r>
                        <a:rPr kumimoji="1" lang="ja-JP" altLang="en-US" sz="1200" dirty="0"/>
                        <a:t>パラメータ定義（記述名称、型、単位、初期値）</a:t>
                      </a:r>
                    </a:p>
                  </a:txBody>
                  <a:tcPr>
                    <a:solidFill>
                      <a:schemeClr val="bg1">
                        <a:lumMod val="85000"/>
                      </a:schemeClr>
                    </a:solidFill>
                  </a:tcPr>
                </a:tc>
                <a:extLst>
                  <a:ext uri="{0D108BD9-81ED-4DB2-BD59-A6C34878D82A}">
                    <a16:rowId xmlns:a16="http://schemas.microsoft.com/office/drawing/2014/main" val="327517217"/>
                  </a:ext>
                </a:extLst>
              </a:tr>
              <a:tr h="370840">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solidFill>
                            <a:schemeClr val="tx1"/>
                          </a:solidFill>
                        </a:rPr>
                        <a:t>&lt;&lt;</a:t>
                      </a:r>
                      <a:r>
                        <a:rPr kumimoji="1" lang="ja-JP" altLang="en-US" sz="1200" b="0" dirty="0">
                          <a:solidFill>
                            <a:schemeClr val="tx1"/>
                          </a:solidFill>
                        </a:rPr>
                        <a:t>仕様</a:t>
                      </a:r>
                      <a:r>
                        <a:rPr kumimoji="1" lang="en-US" altLang="ja-JP" sz="1200" b="0" dirty="0">
                          <a:solidFill>
                            <a:schemeClr val="tx1"/>
                          </a:solidFill>
                        </a:rPr>
                        <a:t>&gt;&gt;</a:t>
                      </a:r>
                      <a:endParaRPr kumimoji="1" lang="ja-JP" altLang="en-US" sz="1200" b="0" dirty="0">
                        <a:solidFill>
                          <a:schemeClr val="tx1"/>
                        </a:solidFill>
                      </a:endParaRPr>
                    </a:p>
                  </a:txBody>
                  <a:tcPr>
                    <a:solidFill>
                      <a:schemeClr val="bg1">
                        <a:lumMod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solidFill>
                            <a:srgbClr val="C00000"/>
                          </a:solidFill>
                        </a:rPr>
                        <a:t>IF</a:t>
                      </a:r>
                      <a:r>
                        <a:rPr kumimoji="1" lang="ja-JP" altLang="en-US" sz="1200" b="0" dirty="0">
                          <a:solidFill>
                            <a:srgbClr val="C00000"/>
                          </a:solidFill>
                        </a:rPr>
                        <a:t>一覧</a:t>
                      </a:r>
                      <a:endParaRPr kumimoji="1" lang="en-US" altLang="ja-JP" sz="1200" b="0" dirty="0">
                        <a:solidFill>
                          <a:srgbClr val="C000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solidFill>
                            <a:srgbClr val="C00000"/>
                          </a:solidFill>
                        </a:rPr>
                        <a:t>※”&lt;&lt;</a:t>
                      </a:r>
                      <a:r>
                        <a:rPr kumimoji="1" lang="ja-JP" altLang="en-US" sz="1200" b="0" dirty="0">
                          <a:solidFill>
                            <a:srgbClr val="C00000"/>
                          </a:solidFill>
                        </a:rPr>
                        <a:t>仕様</a:t>
                      </a:r>
                      <a:r>
                        <a:rPr kumimoji="1" lang="en-US" altLang="ja-JP" sz="1200" b="0" dirty="0">
                          <a:solidFill>
                            <a:srgbClr val="C00000"/>
                          </a:solidFill>
                        </a:rPr>
                        <a:t>&gt;&gt;”</a:t>
                      </a:r>
                      <a:r>
                        <a:rPr kumimoji="1" lang="ja-JP" altLang="en-US" sz="1200" b="0" dirty="0">
                          <a:solidFill>
                            <a:srgbClr val="C00000"/>
                          </a:solidFill>
                        </a:rPr>
                        <a:t>がない場合あり</a:t>
                      </a:r>
                    </a:p>
                  </a:txBody>
                  <a:tcPr>
                    <a:solidFill>
                      <a:schemeClr val="bg1">
                        <a:lumMod val="75000"/>
                      </a:schemeClr>
                    </a:solidFill>
                  </a:tcPr>
                </a:tc>
                <a:tc>
                  <a:txBody>
                    <a:bodyPr/>
                    <a:lstStyle/>
                    <a:p>
                      <a:r>
                        <a:rPr kumimoji="1" lang="ja-JP" altLang="en-US" sz="1200" dirty="0"/>
                        <a:t>機能ブロック（小機能）間の入出力一覧</a:t>
                      </a:r>
                    </a:p>
                  </a:txBody>
                  <a:tcPr>
                    <a:solidFill>
                      <a:schemeClr val="bg1">
                        <a:lumMod val="75000"/>
                      </a:schemeClr>
                    </a:solidFill>
                  </a:tcPr>
                </a:tc>
                <a:extLst>
                  <a:ext uri="{0D108BD9-81ED-4DB2-BD59-A6C34878D82A}">
                    <a16:rowId xmlns:a16="http://schemas.microsoft.com/office/drawing/2014/main" val="3131096803"/>
                  </a:ext>
                </a:extLst>
              </a:tr>
              <a:tr h="3708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solidFill>
                            <a:srgbClr val="C00000"/>
                          </a:solidFill>
                        </a:rPr>
                        <a:t>{</a:t>
                      </a:r>
                      <a:r>
                        <a:rPr kumimoji="1" lang="ja-JP" altLang="en-US" sz="1200" b="0" dirty="0">
                          <a:solidFill>
                            <a:srgbClr val="C00000"/>
                          </a:solidFill>
                        </a:rPr>
                        <a:t>小機能名</a:t>
                      </a:r>
                      <a:r>
                        <a:rPr kumimoji="1" lang="en-US" altLang="ja-JP" sz="1200" b="0" dirty="0">
                          <a:solidFill>
                            <a:srgbClr val="C0000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solidFill>
                            <a:srgbClr val="C00000"/>
                          </a:solidFill>
                        </a:rPr>
                        <a:t>※”</a:t>
                      </a:r>
                      <a:r>
                        <a:rPr kumimoji="1" lang="ja-JP" altLang="en-US" sz="1200" b="0" dirty="0">
                          <a:solidFill>
                            <a:srgbClr val="C00000"/>
                          </a:solidFill>
                        </a:rPr>
                        <a:t>仕様</a:t>
                      </a:r>
                      <a:r>
                        <a:rPr kumimoji="1" lang="en-US" altLang="ja-JP" sz="1200" b="0" dirty="0">
                          <a:solidFill>
                            <a:srgbClr val="C00000"/>
                          </a:solidFill>
                        </a:rPr>
                        <a:t>”</a:t>
                      </a:r>
                      <a:r>
                        <a:rPr kumimoji="1" lang="ja-JP" altLang="en-US" sz="1200" b="0" dirty="0">
                          <a:solidFill>
                            <a:srgbClr val="C00000"/>
                          </a:solidFill>
                        </a:rPr>
                        <a:t>のみの場合あり</a:t>
                      </a:r>
                    </a:p>
                  </a:txBody>
                  <a:tcPr>
                    <a:solidFill>
                      <a:schemeClr val="bg1">
                        <a:lumMod val="75000"/>
                      </a:schemeClr>
                    </a:solidFill>
                  </a:tcPr>
                </a:tc>
                <a:tc>
                  <a:txBody>
                    <a:bodyPr/>
                    <a:lstStyle/>
                    <a:p>
                      <a:r>
                        <a:rPr kumimoji="1" lang="ja-JP" altLang="en-US" sz="1200" dirty="0"/>
                        <a:t>小機能に関する機能詳細。</a:t>
                      </a:r>
                      <a:r>
                        <a:rPr kumimoji="1" lang="en-US" altLang="ja-JP" sz="1200" b="0" dirty="0"/>
                        <a:t>{</a:t>
                      </a:r>
                      <a:r>
                        <a:rPr kumimoji="1" lang="ja-JP" altLang="en-US" sz="1200" b="0" dirty="0"/>
                        <a:t>小機能名</a:t>
                      </a:r>
                      <a:r>
                        <a:rPr kumimoji="1" lang="en-US" altLang="ja-JP" sz="1200" b="0" dirty="0"/>
                        <a:t>}</a:t>
                      </a:r>
                      <a:r>
                        <a:rPr kumimoji="1" lang="ja-JP" altLang="en-US" sz="1200" b="0" dirty="0"/>
                        <a:t>がない場合は当該機能の機能詳細。</a:t>
                      </a:r>
                      <a:endParaRPr kumimoji="1" lang="en-US" altLang="ja-JP" sz="1200" b="0" dirty="0"/>
                    </a:p>
                    <a:p>
                      <a:r>
                        <a:rPr kumimoji="1" lang="ja-JP" altLang="en-US" sz="1200" b="0" dirty="0"/>
                        <a:t>（実行タイミング、実行</a:t>
                      </a:r>
                      <a:r>
                        <a:rPr kumimoji="1" lang="en-US" altLang="ja-JP" sz="1200" b="0" dirty="0"/>
                        <a:t>IF</a:t>
                      </a:r>
                      <a:r>
                        <a:rPr kumimoji="1" lang="ja-JP" altLang="en-US" sz="1200" b="0" dirty="0"/>
                        <a:t>、一時パラメータ、機能実行条件、入出力、処理内容）</a:t>
                      </a:r>
                      <a:endParaRPr kumimoji="1" lang="ja-JP" altLang="en-US" sz="1200" dirty="0"/>
                    </a:p>
                  </a:txBody>
                  <a:tcPr>
                    <a:solidFill>
                      <a:schemeClr val="bg1">
                        <a:lumMod val="75000"/>
                      </a:schemeClr>
                    </a:solidFill>
                  </a:tcPr>
                </a:tc>
                <a:extLst>
                  <a:ext uri="{0D108BD9-81ED-4DB2-BD59-A6C34878D82A}">
                    <a16:rowId xmlns:a16="http://schemas.microsoft.com/office/drawing/2014/main" val="3776266272"/>
                  </a:ext>
                </a:extLst>
              </a:tr>
              <a:tr h="370840">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solidFill>
                            <a:schemeClr val="tx1"/>
                          </a:solidFill>
                        </a:rPr>
                        <a:t>&lt;&lt;</a:t>
                      </a:r>
                      <a:r>
                        <a:rPr kumimoji="1" lang="ja-JP" altLang="en-US" sz="1200" b="0" dirty="0">
                          <a:solidFill>
                            <a:schemeClr val="tx1"/>
                          </a:solidFill>
                        </a:rPr>
                        <a:t>資料</a:t>
                      </a:r>
                      <a:r>
                        <a:rPr kumimoji="1" lang="en-US" altLang="ja-JP" sz="1200" b="0" dirty="0">
                          <a:solidFill>
                            <a:schemeClr val="tx1"/>
                          </a:solidFill>
                        </a:rPr>
                        <a:t>&gt;&gt;</a:t>
                      </a:r>
                      <a:endParaRPr kumimoji="1" lang="ja-JP" altLang="en-US" sz="1200" b="0" dirty="0">
                        <a:solidFill>
                          <a:schemeClr val="tx1"/>
                        </a:solidFill>
                      </a:endParaRPr>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chemeClr val="tx1"/>
                          </a:solidFill>
                        </a:rPr>
                        <a:t>機能運用</a:t>
                      </a:r>
                      <a:endParaRPr kumimoji="1" lang="en-US" altLang="ja-JP" sz="1200" b="0" dirty="0">
                        <a:solidFill>
                          <a:schemeClr val="tx1"/>
                        </a:solidFill>
                      </a:endParaRPr>
                    </a:p>
                  </a:txBody>
                  <a:tcPr>
                    <a:solidFill>
                      <a:schemeClr val="bg1">
                        <a:lumMod val="85000"/>
                      </a:schemeClr>
                    </a:solidFill>
                  </a:tcPr>
                </a:tc>
                <a:tc>
                  <a:txBody>
                    <a:bodyPr/>
                    <a:lstStyle/>
                    <a:p>
                      <a:r>
                        <a:rPr kumimoji="1" lang="ja-JP" altLang="en-US" sz="1200" dirty="0"/>
                        <a:t>想定される運用方法</a:t>
                      </a:r>
                      <a:endParaRPr kumimoji="1" lang="en-US" altLang="ja-JP" sz="1200" dirty="0"/>
                    </a:p>
                  </a:txBody>
                  <a:tcPr>
                    <a:solidFill>
                      <a:schemeClr val="bg1">
                        <a:lumMod val="85000"/>
                      </a:schemeClr>
                    </a:solidFill>
                  </a:tcPr>
                </a:tc>
                <a:extLst>
                  <a:ext uri="{0D108BD9-81ED-4DB2-BD59-A6C34878D82A}">
                    <a16:rowId xmlns:a16="http://schemas.microsoft.com/office/drawing/2014/main" val="1584880932"/>
                  </a:ext>
                </a:extLst>
              </a:tr>
              <a:tr h="3708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chemeClr val="tx1"/>
                          </a:solidFill>
                        </a:rPr>
                        <a:t>アクティビティ</a:t>
                      </a:r>
                      <a:endParaRPr kumimoji="1" lang="en-US" altLang="ja-JP" sz="1200" b="0" dirty="0">
                        <a:solidFill>
                          <a:schemeClr val="tx1"/>
                        </a:solidFill>
                      </a:endParaRPr>
                    </a:p>
                  </a:txBody>
                  <a:tcPr>
                    <a:solidFill>
                      <a:schemeClr val="bg1">
                        <a:lumMod val="85000"/>
                      </a:schemeClr>
                    </a:solidFill>
                  </a:tcPr>
                </a:tc>
                <a:tc>
                  <a:txBody>
                    <a:bodyPr/>
                    <a:lstStyle/>
                    <a:p>
                      <a:r>
                        <a:rPr kumimoji="1" lang="ja-JP" altLang="en-US" sz="1200" dirty="0"/>
                        <a:t>処理ステップ（アクティビティ）の説明</a:t>
                      </a:r>
                      <a:endParaRPr kumimoji="1" lang="en-US" altLang="ja-JP" sz="1200" dirty="0"/>
                    </a:p>
                  </a:txBody>
                  <a:tcPr>
                    <a:solidFill>
                      <a:schemeClr val="bg1">
                        <a:lumMod val="85000"/>
                      </a:schemeClr>
                    </a:solidFill>
                  </a:tcPr>
                </a:tc>
                <a:extLst>
                  <a:ext uri="{0D108BD9-81ED-4DB2-BD59-A6C34878D82A}">
                    <a16:rowId xmlns:a16="http://schemas.microsoft.com/office/drawing/2014/main" val="3294767204"/>
                  </a:ext>
                </a:extLst>
              </a:tr>
              <a:tr h="3708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chemeClr val="tx1"/>
                          </a:solidFill>
                        </a:rPr>
                        <a:t>アクティビティ図</a:t>
                      </a:r>
                      <a:endParaRPr kumimoji="1" lang="en-US" altLang="ja-JP" sz="1200" b="0" dirty="0">
                        <a:solidFill>
                          <a:schemeClr val="tx1"/>
                        </a:solidFill>
                      </a:endParaRPr>
                    </a:p>
                  </a:txBody>
                  <a:tcPr>
                    <a:solidFill>
                      <a:schemeClr val="bg1">
                        <a:lumMod val="85000"/>
                      </a:schemeClr>
                    </a:solidFill>
                  </a:tcPr>
                </a:tc>
                <a:tc>
                  <a:txBody>
                    <a:bodyPr/>
                    <a:lstStyle/>
                    <a:p>
                      <a:r>
                        <a:rPr kumimoji="1" lang="ja-JP" altLang="en-US" sz="1200" dirty="0"/>
                        <a:t>処理フロー（アクティビティ図）：画像</a:t>
                      </a:r>
                      <a:endParaRPr kumimoji="1" lang="en-US" altLang="ja-JP" sz="1200" dirty="0"/>
                    </a:p>
                  </a:txBody>
                  <a:tcPr>
                    <a:solidFill>
                      <a:schemeClr val="bg1">
                        <a:lumMod val="85000"/>
                      </a:schemeClr>
                    </a:solidFill>
                  </a:tcPr>
                </a:tc>
                <a:extLst>
                  <a:ext uri="{0D108BD9-81ED-4DB2-BD59-A6C34878D82A}">
                    <a16:rowId xmlns:a16="http://schemas.microsoft.com/office/drawing/2014/main" val="4156890571"/>
                  </a:ext>
                </a:extLst>
              </a:tr>
              <a:tr h="3708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200" b="0"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dirty="0">
                          <a:solidFill>
                            <a:schemeClr val="tx1"/>
                          </a:solidFill>
                        </a:rPr>
                        <a:t>設計方針</a:t>
                      </a:r>
                      <a:endParaRPr kumimoji="1" lang="en-US" altLang="ja-JP" sz="1200" b="0" dirty="0">
                        <a:solidFill>
                          <a:schemeClr val="tx1"/>
                        </a:solidFill>
                      </a:endParaRPr>
                    </a:p>
                  </a:txBody>
                  <a:tcPr>
                    <a:solidFill>
                      <a:schemeClr val="bg1">
                        <a:lumMod val="85000"/>
                      </a:schemeClr>
                    </a:solidFill>
                  </a:tcPr>
                </a:tc>
                <a:tc>
                  <a:txBody>
                    <a:bodyPr/>
                    <a:lstStyle/>
                    <a:p>
                      <a:r>
                        <a:rPr kumimoji="1" lang="ja-JP" altLang="en-US" sz="1200" dirty="0"/>
                        <a:t>コンテキスト図、クラス図・シーケンス図</a:t>
                      </a:r>
                      <a:endParaRPr kumimoji="1" lang="en-US" altLang="ja-JP" sz="1200" dirty="0">
                        <a:solidFill>
                          <a:srgbClr val="FF0000"/>
                        </a:solidFill>
                      </a:endParaRPr>
                    </a:p>
                  </a:txBody>
                  <a:tcPr>
                    <a:solidFill>
                      <a:schemeClr val="bg1">
                        <a:lumMod val="85000"/>
                      </a:schemeClr>
                    </a:solidFill>
                  </a:tcPr>
                </a:tc>
                <a:extLst>
                  <a:ext uri="{0D108BD9-81ED-4DB2-BD59-A6C34878D82A}">
                    <a16:rowId xmlns:a16="http://schemas.microsoft.com/office/drawing/2014/main" val="1087694424"/>
                  </a:ext>
                </a:extLst>
              </a:tr>
              <a:tr h="370840">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t>&lt;&lt;</a:t>
                      </a:r>
                      <a:r>
                        <a:rPr kumimoji="1" lang="ja-JP" altLang="en-US" sz="1200" b="0" dirty="0"/>
                        <a:t>ファイル形式</a:t>
                      </a:r>
                      <a:r>
                        <a:rPr kumimoji="1" lang="en-US" altLang="ja-JP" sz="1200" b="0" dirty="0"/>
                        <a:t>&gt;&gt;</a:t>
                      </a:r>
                      <a:endParaRPr kumimoji="1" lang="ja-JP" altLang="en-US" sz="1200" b="0" dirty="0"/>
                    </a:p>
                  </a:txBody>
                  <a:tcPr>
                    <a:solidFill>
                      <a:schemeClr val="bg1">
                        <a:lumMod val="7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b="0" dirty="0"/>
                    </a:p>
                  </a:txBody>
                  <a:tcPr>
                    <a:solidFill>
                      <a:schemeClr val="bg1">
                        <a:lumMod val="85000"/>
                      </a:schemeClr>
                    </a:solidFill>
                  </a:tcPr>
                </a:tc>
                <a:tc>
                  <a:txBody>
                    <a:bodyPr/>
                    <a:lstStyle/>
                    <a:p>
                      <a:r>
                        <a:rPr kumimoji="1" lang="ja-JP" altLang="en-US" sz="1200" dirty="0"/>
                        <a:t>ファイルの内部構造（セクション）や各セクションの内容、データ構造定義</a:t>
                      </a:r>
                      <a:endParaRPr kumimoji="1" lang="en-US" altLang="ja-JP" sz="1200" dirty="0"/>
                    </a:p>
                  </a:txBody>
                  <a:tcPr>
                    <a:solidFill>
                      <a:schemeClr val="bg1">
                        <a:lumMod val="75000"/>
                      </a:schemeClr>
                    </a:solidFill>
                  </a:tcPr>
                </a:tc>
                <a:extLst>
                  <a:ext uri="{0D108BD9-81ED-4DB2-BD59-A6C34878D82A}">
                    <a16:rowId xmlns:a16="http://schemas.microsoft.com/office/drawing/2014/main" val="1255571903"/>
                  </a:ext>
                </a:extLst>
              </a:tr>
            </a:tbl>
          </a:graphicData>
        </a:graphic>
      </p:graphicFrame>
      <p:sp>
        <p:nvSpPr>
          <p:cNvPr id="7" name="四角形: 角を丸くする 6">
            <a:extLst>
              <a:ext uri="{FF2B5EF4-FFF2-40B4-BE49-F238E27FC236}">
                <a16:creationId xmlns:a16="http://schemas.microsoft.com/office/drawing/2014/main" id="{51D25632-9B79-8CFC-D68C-DFEF38D7A5D2}"/>
              </a:ext>
            </a:extLst>
          </p:cNvPr>
          <p:cNvSpPr/>
          <p:nvPr/>
        </p:nvSpPr>
        <p:spPr>
          <a:xfrm>
            <a:off x="11401425" y="1269187"/>
            <a:ext cx="3219450" cy="1713476"/>
          </a:xfrm>
          <a:prstGeom prst="roundRect">
            <a:avLst>
              <a:gd name="adj" fmla="val 7357"/>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t"/>
          <a:lstStyle/>
          <a:p>
            <a:r>
              <a:rPr lang="ja-JP" altLang="en-US" sz="1050" dirty="0">
                <a:solidFill>
                  <a:schemeClr val="tx1"/>
                </a:solidFill>
              </a:rPr>
              <a:t>質問</a:t>
            </a:r>
            <a:endParaRPr lang="en-US" altLang="ja-JP" sz="1050" dirty="0">
              <a:solidFill>
                <a:schemeClr val="tx1"/>
              </a:solidFill>
            </a:endParaRPr>
          </a:p>
          <a:p>
            <a:r>
              <a:rPr kumimoji="1" lang="ja-JP" altLang="en-US" sz="1050" dirty="0">
                <a:solidFill>
                  <a:schemeClr val="tx1"/>
                </a:solidFill>
              </a:rPr>
              <a:t>・</a:t>
            </a:r>
            <a:r>
              <a:rPr kumimoji="1" lang="en-US" altLang="ja-JP" sz="1050" dirty="0">
                <a:solidFill>
                  <a:schemeClr val="tx1"/>
                </a:solidFill>
              </a:rPr>
              <a:t>&lt;&lt;</a:t>
            </a:r>
            <a:r>
              <a:rPr kumimoji="1" lang="ja-JP" altLang="en-US" sz="1050" dirty="0">
                <a:solidFill>
                  <a:schemeClr val="tx1"/>
                </a:solidFill>
              </a:rPr>
              <a:t>定義</a:t>
            </a:r>
            <a:r>
              <a:rPr kumimoji="1" lang="en-US" altLang="ja-JP" sz="1050" dirty="0">
                <a:solidFill>
                  <a:schemeClr val="tx1"/>
                </a:solidFill>
              </a:rPr>
              <a:t>&gt;&gt;</a:t>
            </a:r>
            <a:r>
              <a:rPr kumimoji="1" lang="ja-JP" altLang="en-US" sz="1050" dirty="0">
                <a:solidFill>
                  <a:schemeClr val="tx1"/>
                </a:solidFill>
              </a:rPr>
              <a:t>機能構成と</a:t>
            </a:r>
            <a:r>
              <a:rPr kumimoji="1" lang="en-US" altLang="ja-JP" sz="1050" dirty="0">
                <a:solidFill>
                  <a:schemeClr val="tx1"/>
                </a:solidFill>
              </a:rPr>
              <a:t>&lt;&lt;</a:t>
            </a:r>
            <a:r>
              <a:rPr kumimoji="1" lang="ja-JP" altLang="en-US" sz="1050" dirty="0">
                <a:solidFill>
                  <a:schemeClr val="tx1"/>
                </a:solidFill>
              </a:rPr>
              <a:t>資料</a:t>
            </a:r>
            <a:r>
              <a:rPr kumimoji="1" lang="en-US" altLang="ja-JP" sz="1050" dirty="0">
                <a:solidFill>
                  <a:schemeClr val="tx1"/>
                </a:solidFill>
              </a:rPr>
              <a:t>&gt;&gt;</a:t>
            </a:r>
            <a:r>
              <a:rPr kumimoji="1" lang="ja-JP" altLang="en-US" sz="1050" dirty="0">
                <a:solidFill>
                  <a:schemeClr val="tx1"/>
                </a:solidFill>
              </a:rPr>
              <a:t>設計方針の内容は被っている？どちらか一方を作成？</a:t>
            </a:r>
            <a:endParaRPr kumimoji="1" lang="en-US" altLang="ja-JP" sz="1050" dirty="0">
              <a:solidFill>
                <a:schemeClr val="tx1"/>
              </a:solidFill>
            </a:endParaRPr>
          </a:p>
          <a:p>
            <a:endParaRPr lang="en-US" altLang="ja-JP" sz="1050" dirty="0">
              <a:solidFill>
                <a:schemeClr val="tx1"/>
              </a:solidFill>
            </a:endParaRPr>
          </a:p>
          <a:p>
            <a:r>
              <a:rPr lang="ja-JP" altLang="en-US" sz="1050" dirty="0">
                <a:solidFill>
                  <a:schemeClr val="tx1"/>
                </a:solidFill>
              </a:rPr>
              <a:t>・必須シートなどの機能仕様書作成の決まりはあるか？</a:t>
            </a:r>
            <a:endParaRPr lang="en-US" altLang="ja-JP" sz="1050" dirty="0">
              <a:solidFill>
                <a:schemeClr val="tx1"/>
              </a:solidFill>
            </a:endParaRPr>
          </a:p>
          <a:p>
            <a:r>
              <a:rPr lang="ja-JP" altLang="en-US" sz="1050" dirty="0">
                <a:solidFill>
                  <a:schemeClr val="tx1"/>
                </a:solidFill>
              </a:rPr>
              <a:t>　・重要なシートなど</a:t>
            </a:r>
            <a:endParaRPr lang="en-US" altLang="ja-JP" sz="1050" dirty="0">
              <a:solidFill>
                <a:schemeClr val="tx1"/>
              </a:solidFill>
            </a:endParaRPr>
          </a:p>
          <a:p>
            <a:endParaRPr kumimoji="1" lang="ja-JP" altLang="en-US" sz="1050" b="0" dirty="0">
              <a:solidFill>
                <a:schemeClr val="tx1"/>
              </a:solidFill>
            </a:endParaRPr>
          </a:p>
        </p:txBody>
      </p:sp>
    </p:spTree>
    <p:extLst>
      <p:ext uri="{BB962C8B-B14F-4D97-AF65-F5344CB8AC3E}">
        <p14:creationId xmlns:p14="http://schemas.microsoft.com/office/powerpoint/2010/main" val="3807281241"/>
      </p:ext>
    </p:extLst>
  </p:cSld>
  <p:clrMapOvr>
    <a:masterClrMapping/>
  </p:clrMapOvr>
</p:sld>
</file>

<file path=ppt/theme/theme1.xml><?xml version="1.0" encoding="utf-8"?>
<a:theme xmlns:a="http://schemas.openxmlformats.org/drawingml/2006/main" name="exm2">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ユーザー定義 3">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tx1"/>
          </a:solidFill>
        </a:ln>
      </a:spPr>
      <a:bodyPr lIns="36000" tIns="36000" rIns="36000" bIns="36000" rtlCol="0" anchor="ctr"/>
      <a:lstStyle>
        <a:defPPr algn="ctr">
          <a:defRPr kumimoji="1" sz="14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defRPr kumimoji="1" dirty="0" smtClean="0">
            <a:latin typeface="Meiryo UI" panose="020B0604030504040204" pitchFamily="50" charset="-128"/>
            <a:ea typeface="Meiryo UI" panose="020B0604030504040204" pitchFamily="50" charset="-128"/>
          </a:defRPr>
        </a:defPPr>
      </a:lstStyle>
    </a:txDef>
  </a:objectDefaults>
  <a:extraClrSchemeLst/>
  <a:extLst>
    <a:ext uri="{05A4C25C-085E-4340-85A3-A5531E510DB2}">
      <thm15:themeFamily xmlns:thm15="http://schemas.microsoft.com/office/thememl/2012/main" name="exm2" id="{FE5D4112-3B82-4684-A7AF-11EB4ECCDCA5}" vid="{FB30AC19-CD63-438C-8276-DBF4267BB3F2}"/>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exm2</Template>
  <TotalTime>3086</TotalTime>
  <Words>1110</Words>
  <Application>Microsoft Office PowerPoint</Application>
  <PresentationFormat>ワイド画面</PresentationFormat>
  <Paragraphs>143</Paragraphs>
  <Slides>5</Slides>
  <Notes>3</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5</vt:i4>
      </vt:variant>
    </vt:vector>
  </HeadingPairs>
  <TitlesOfParts>
    <vt:vector size="15" baseType="lpstr">
      <vt:lpstr>Meiryo UI</vt:lpstr>
      <vt:lpstr>ＭＳ Ｐゴシック</vt:lpstr>
      <vt:lpstr>MS UI Gothic</vt:lpstr>
      <vt:lpstr>Yu Gothic UI</vt:lpstr>
      <vt:lpstr>メイリオ</vt:lpstr>
      <vt:lpstr>游ゴシック</vt:lpstr>
      <vt:lpstr>Arial</vt:lpstr>
      <vt:lpstr>Verdana</vt:lpstr>
      <vt:lpstr>Wingdings</vt:lpstr>
      <vt:lpstr>exm2</vt:lpstr>
      <vt:lpstr>現在の試行内容</vt:lpstr>
      <vt:lpstr>現在の課題：カテゴリの誤認</vt:lpstr>
      <vt:lpstr>解説書作成の精度向上案</vt:lpstr>
      <vt:lpstr>ファイル体系についての認識合わせ</vt:lpstr>
      <vt:lpstr>シート種類についての認識合わせ</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Sueyoshi Akira-末吉 朗</dc:creator>
  <cp:lastModifiedBy>Sueyoshi Akira</cp:lastModifiedBy>
  <cp:revision>41</cp:revision>
  <dcterms:created xsi:type="dcterms:W3CDTF">2026-01-21T09:18:38Z</dcterms:created>
  <dcterms:modified xsi:type="dcterms:W3CDTF">2026-02-18T12:53:48Z</dcterms:modified>
</cp:coreProperties>
</file>