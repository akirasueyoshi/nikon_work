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854" r:id="rId2"/>
    <p:sldId id="853" r:id="rId3"/>
    <p:sldId id="856" r:id="rId4"/>
  </p:sldIdLst>
  <p:sldSz cx="12192000" cy="6858000"/>
  <p:notesSz cx="6858000" cy="9144000"/>
  <p:defaultTex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31" autoAdjust="0"/>
    <p:restoredTop sz="95786" autoAdjust="0"/>
  </p:normalViewPr>
  <p:slideViewPr>
    <p:cSldViewPr snapToGrid="0">
      <p:cViewPr>
        <p:scale>
          <a:sx n="100" d="100"/>
          <a:sy n="100" d="100"/>
        </p:scale>
        <p:origin x="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B1A535-2AD9-49D7-B06A-9A911D087B90}" type="datetimeFigureOut">
              <a:rPr kumimoji="1" lang="ja-JP" altLang="en-US" smtClean="0"/>
              <a:t>2026/2/18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9B1083-304D-4F4D-9087-54487D8503B7}" type="slidenum">
              <a:rPr kumimoji="1" lang="ja-JP" altLang="en-US" smtClean="0"/>
              <a:t>‹#›</a:t>
            </a:fld>
            <a:endParaRPr kumimoji="1" lang="ja-JP" altLang="en-US"/>
          </a:p>
        </p:txBody>
      </p:sp>
    </p:spTree>
    <p:extLst>
      <p:ext uri="{BB962C8B-B14F-4D97-AF65-F5344CB8AC3E}">
        <p14:creationId xmlns:p14="http://schemas.microsoft.com/office/powerpoint/2010/main" val="54051628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・その他に</a:t>
            </a:r>
            <a:r>
              <a:rPr kumimoji="1" lang="en-US" altLang="ja-JP" dirty="0"/>
              <a:t>&lt;&lt;</a:t>
            </a:r>
            <a:r>
              <a:rPr kumimoji="1" lang="ja-JP" altLang="en-US" dirty="0"/>
              <a:t>レシピエディタ</a:t>
            </a:r>
            <a:r>
              <a:rPr kumimoji="1" lang="en-US" altLang="ja-JP" dirty="0"/>
              <a:t>&gt;&gt;</a:t>
            </a:r>
            <a:r>
              <a:rPr kumimoji="1" lang="ja-JP" altLang="en-US" dirty="0"/>
              <a:t>、</a:t>
            </a:r>
            <a:r>
              <a:rPr kumimoji="1" lang="en-US" altLang="ja-JP" dirty="0"/>
              <a:t>&lt;&lt;</a:t>
            </a:r>
            <a:r>
              <a:rPr kumimoji="1" lang="ja-JP" altLang="en-US" dirty="0"/>
              <a:t>ファイル仕様</a:t>
            </a:r>
            <a:r>
              <a:rPr kumimoji="1" lang="en-US" altLang="ja-JP" dirty="0"/>
              <a:t>&gt;&gt;</a:t>
            </a:r>
            <a:endParaRPr kumimoji="1" lang="ja-JP" altLang="en-US" dirty="0"/>
          </a:p>
        </p:txBody>
      </p:sp>
      <p:sp>
        <p:nvSpPr>
          <p:cNvPr id="4" name="スライド番号プレースホルダー 3"/>
          <p:cNvSpPr>
            <a:spLocks noGrp="1"/>
          </p:cNvSpPr>
          <p:nvPr>
            <p:ph type="sldNum" sz="quarter" idx="5"/>
          </p:nvPr>
        </p:nvSpPr>
        <p:spPr/>
        <p:txBody>
          <a:bodyPr/>
          <a:lstStyle/>
          <a:p>
            <a:fld id="{109B1083-304D-4F4D-9087-54487D8503B7}" type="slidenum">
              <a:rPr kumimoji="1" lang="ja-JP" altLang="en-US" smtClean="0"/>
              <a:t>2</a:t>
            </a:fld>
            <a:endParaRPr kumimoji="1" lang="ja-JP" altLang="en-US"/>
          </a:p>
        </p:txBody>
      </p:sp>
    </p:spTree>
    <p:extLst>
      <p:ext uri="{BB962C8B-B14F-4D97-AF65-F5344CB8AC3E}">
        <p14:creationId xmlns:p14="http://schemas.microsoft.com/office/powerpoint/2010/main" val="3848220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調査範囲：</a:t>
            </a:r>
            <a:r>
              <a:rPr kumimoji="1" lang="en-US" altLang="ja-JP" dirty="0"/>
              <a:t>EGA</a:t>
            </a:r>
            <a:r>
              <a:rPr kumimoji="1" lang="ja-JP" altLang="en-US" dirty="0"/>
              <a:t>、</a:t>
            </a:r>
            <a:r>
              <a:rPr kumimoji="1" lang="en-US" altLang="ja-JP" dirty="0"/>
              <a:t>C</a:t>
            </a:r>
            <a:r>
              <a:rPr kumimoji="1" lang="ja-JP" altLang="en-US" dirty="0"/>
              <a:t>型補正値ファイル生成機能、</a:t>
            </a:r>
            <a:r>
              <a:rPr kumimoji="1" lang="en-US" altLang="ja-JP" dirty="0"/>
              <a:t>NSR</a:t>
            </a:r>
            <a:r>
              <a:rPr kumimoji="1" lang="ja-JP" altLang="en-US" dirty="0"/>
              <a:t>用補正値ファイル</a:t>
            </a:r>
          </a:p>
        </p:txBody>
      </p:sp>
      <p:sp>
        <p:nvSpPr>
          <p:cNvPr id="4" name="スライド番号プレースホルダー 3"/>
          <p:cNvSpPr>
            <a:spLocks noGrp="1"/>
          </p:cNvSpPr>
          <p:nvPr>
            <p:ph type="sldNum" sz="quarter" idx="5"/>
          </p:nvPr>
        </p:nvSpPr>
        <p:spPr/>
        <p:txBody>
          <a:bodyPr/>
          <a:lstStyle/>
          <a:p>
            <a:fld id="{109B1083-304D-4F4D-9087-54487D8503B7}" type="slidenum">
              <a:rPr kumimoji="1" lang="ja-JP" altLang="en-US" smtClean="0"/>
              <a:t>3</a:t>
            </a:fld>
            <a:endParaRPr kumimoji="1" lang="ja-JP" altLang="en-US"/>
          </a:p>
        </p:txBody>
      </p:sp>
    </p:spTree>
    <p:extLst>
      <p:ext uri="{BB962C8B-B14F-4D97-AF65-F5344CB8AC3E}">
        <p14:creationId xmlns:p14="http://schemas.microsoft.com/office/powerpoint/2010/main" val="34614235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タイトル スライド">
    <p:spTree>
      <p:nvGrpSpPr>
        <p:cNvPr id="1" name=""/>
        <p:cNvGrpSpPr/>
        <p:nvPr/>
      </p:nvGrpSpPr>
      <p:grpSpPr>
        <a:xfrm>
          <a:off x="0" y="0"/>
          <a:ext cx="0" cy="0"/>
          <a:chOff x="0" y="0"/>
          <a:chExt cx="0" cy="0"/>
        </a:xfrm>
      </p:grpSpPr>
      <p:sp>
        <p:nvSpPr>
          <p:cNvPr id="4" name="正方形/長方形 3"/>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2" name="タイトル 1"/>
          <p:cNvSpPr>
            <a:spLocks noGrp="1"/>
          </p:cNvSpPr>
          <p:nvPr>
            <p:ph type="ctrTitle"/>
          </p:nvPr>
        </p:nvSpPr>
        <p:spPr>
          <a:xfrm>
            <a:off x="4133896" y="1000108"/>
            <a:ext cx="7467616" cy="1928826"/>
          </a:xfrm>
        </p:spPr>
        <p:txBody>
          <a:bodyPr/>
          <a:lstStyle>
            <a:lvl1pPr algn="r">
              <a:defRPr>
                <a:latin typeface="Meiryo UI" panose="020B0604030504040204" pitchFamily="50" charset="-128"/>
                <a:ea typeface="Meiryo UI" panose="020B0604030504040204" pitchFamily="50" charset="-128"/>
              </a:defRPr>
            </a:lvl1pPr>
          </a:lstStyle>
          <a:p>
            <a:r>
              <a:rPr lang="ja-JP" altLang="en-US"/>
              <a:t>マスター タイトルの書式設定</a:t>
            </a:r>
            <a:endParaRPr lang="ja-JP" altLang="en-US" dirty="0"/>
          </a:p>
        </p:txBody>
      </p:sp>
      <p:sp>
        <p:nvSpPr>
          <p:cNvPr id="3" name="サブタイトル 2"/>
          <p:cNvSpPr>
            <a:spLocks noGrp="1"/>
          </p:cNvSpPr>
          <p:nvPr>
            <p:ph type="subTitle" idx="1"/>
          </p:nvPr>
        </p:nvSpPr>
        <p:spPr>
          <a:xfrm>
            <a:off x="4138681" y="2928934"/>
            <a:ext cx="7486643" cy="1428760"/>
          </a:xfrm>
        </p:spPr>
        <p:txBody>
          <a:bodyPr/>
          <a:lstStyle>
            <a:lvl1pPr marL="0" indent="0" algn="r">
              <a:buNone/>
              <a:defRPr>
                <a:solidFill>
                  <a:schemeClr val="tx1">
                    <a:tint val="75000"/>
                  </a:schemeClr>
                </a:solidFill>
                <a:latin typeface="Meiryo UI" panose="020B0604030504040204" pitchFamily="50" charset="-128"/>
                <a:ea typeface="Meiryo UI" panose="020B0604030504040204" pitchFamily="50" charset="-12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ja-JP" altLang="en-US" dirty="0"/>
          </a:p>
        </p:txBody>
      </p:sp>
      <p:sp>
        <p:nvSpPr>
          <p:cNvPr id="25" name="日付プレースホルダ 3"/>
          <p:cNvSpPr>
            <a:spLocks noGrp="1"/>
          </p:cNvSpPr>
          <p:nvPr>
            <p:ph type="dt" sz="half" idx="10"/>
          </p:nvPr>
        </p:nvSpPr>
        <p:spPr>
          <a:xfrm>
            <a:off x="8763000" y="6500813"/>
            <a:ext cx="2844800" cy="222250"/>
          </a:xfrm>
          <a:prstGeom prst="rect">
            <a:avLst/>
          </a:prstGeom>
        </p:spPr>
        <p:txBody>
          <a:bodyPr/>
          <a:lstStyle>
            <a:lvl1pPr>
              <a:defRPr smtClean="0"/>
            </a:lvl1pPr>
          </a:lstStyle>
          <a:p>
            <a:fld id="{1EDC9CEA-8353-49A9-A8B0-BEB697459307}" type="datetimeFigureOut">
              <a:rPr kumimoji="1" lang="ja-JP" altLang="en-US" smtClean="0"/>
              <a:t>2026/2/18</a:t>
            </a:fld>
            <a:endParaRPr kumimoji="1" lang="ja-JP" altLang="en-US"/>
          </a:p>
        </p:txBody>
      </p:sp>
      <p:sp>
        <p:nvSpPr>
          <p:cNvPr id="26" name="スライド番号プレースホルダ 5"/>
          <p:cNvSpPr>
            <a:spLocks noGrp="1"/>
          </p:cNvSpPr>
          <p:nvPr>
            <p:ph type="sldNum" sz="quarter" idx="11"/>
          </p:nvPr>
        </p:nvSpPr>
        <p:spPr>
          <a:xfrm>
            <a:off x="285709" y="6429397"/>
            <a:ext cx="857256" cy="365125"/>
          </a:xfrm>
          <a:prstGeom prst="rect">
            <a:avLst/>
          </a:prstGeom>
        </p:spPr>
        <p:txBody>
          <a:bodyPr/>
          <a:lstStyle>
            <a:lvl1pPr>
              <a:defRPr smtClean="0"/>
            </a:lvl1pPr>
          </a:lstStyle>
          <a:p>
            <a:fld id="{4C169CC0-D762-45DA-AAFE-26306989BF4D}" type="slidenum">
              <a:rPr kumimoji="1" lang="ja-JP" altLang="en-US" smtClean="0"/>
              <a:t>‹#›</a:t>
            </a:fld>
            <a:endParaRPr kumimoji="1" lang="ja-JP" altLang="en-US"/>
          </a:p>
        </p:txBody>
      </p:sp>
      <p:grpSp>
        <p:nvGrpSpPr>
          <p:cNvPr id="27" name="グループ化 38"/>
          <p:cNvGrpSpPr>
            <a:grpSpLocks/>
          </p:cNvGrpSpPr>
          <p:nvPr/>
        </p:nvGrpSpPr>
        <p:grpSpPr bwMode="auto">
          <a:xfrm>
            <a:off x="254000" y="555626"/>
            <a:ext cx="6985000" cy="6016625"/>
            <a:chOff x="191212" y="556099"/>
            <a:chExt cx="5238044" cy="6016173"/>
          </a:xfrm>
        </p:grpSpPr>
        <p:sp>
          <p:nvSpPr>
            <p:cNvPr id="28" name="正方形/長方形 27"/>
            <p:cNvSpPr/>
            <p:nvPr/>
          </p:nvSpPr>
          <p:spPr>
            <a:xfrm>
              <a:off x="429305" y="5643655"/>
              <a:ext cx="1142846" cy="2857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29" name="正方形/長方形 28"/>
            <p:cNvSpPr/>
            <p:nvPr/>
          </p:nvSpPr>
          <p:spPr>
            <a:xfrm rot="16200000">
              <a:off x="-381048" y="2771291"/>
              <a:ext cx="1473089" cy="904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0" name="正方形/長方形 29"/>
            <p:cNvSpPr/>
            <p:nvPr/>
          </p:nvSpPr>
          <p:spPr>
            <a:xfrm>
              <a:off x="715016" y="6169077"/>
              <a:ext cx="1142846" cy="460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1" name="正方形/長方形 30"/>
            <p:cNvSpPr/>
            <p:nvPr/>
          </p:nvSpPr>
          <p:spPr>
            <a:xfrm rot="16200000">
              <a:off x="-211992" y="5967483"/>
              <a:ext cx="1133390" cy="76190"/>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2" name="正方形/長方形 31"/>
            <p:cNvSpPr/>
            <p:nvPr/>
          </p:nvSpPr>
          <p:spPr>
            <a:xfrm rot="16200000">
              <a:off x="210227" y="5632549"/>
              <a:ext cx="1073069" cy="209522"/>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3" name="正方形/長方形 32"/>
            <p:cNvSpPr/>
            <p:nvPr/>
          </p:nvSpPr>
          <p:spPr>
            <a:xfrm rot="16200000">
              <a:off x="54661" y="3924522"/>
              <a:ext cx="1515948" cy="46031"/>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4" name="正方形/長方形 33"/>
            <p:cNvSpPr/>
            <p:nvPr/>
          </p:nvSpPr>
          <p:spPr>
            <a:xfrm rot="16200000">
              <a:off x="-6437" y="4496780"/>
              <a:ext cx="1103229" cy="2539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5" name="正方形/長方形 34"/>
            <p:cNvSpPr/>
            <p:nvPr/>
          </p:nvSpPr>
          <p:spPr>
            <a:xfrm rot="16200000">
              <a:off x="-6437" y="3360215"/>
              <a:ext cx="1103229" cy="2539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6" name="正方形/長方形 35"/>
            <p:cNvSpPr/>
            <p:nvPr/>
          </p:nvSpPr>
          <p:spPr>
            <a:xfrm rot="16200000">
              <a:off x="-211992" y="4824569"/>
              <a:ext cx="1133390" cy="761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7" name="正方形/長方形 36"/>
            <p:cNvSpPr/>
            <p:nvPr/>
          </p:nvSpPr>
          <p:spPr>
            <a:xfrm rot="16200000">
              <a:off x="356256" y="5410314"/>
              <a:ext cx="1174662" cy="1555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8" name="正方形/長方形 37"/>
            <p:cNvSpPr/>
            <p:nvPr/>
          </p:nvSpPr>
          <p:spPr>
            <a:xfrm rot="16200000">
              <a:off x="547535" y="4390422"/>
              <a:ext cx="798452" cy="161903"/>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9" name="正方形/長方形 38"/>
            <p:cNvSpPr/>
            <p:nvPr/>
          </p:nvSpPr>
          <p:spPr>
            <a:xfrm>
              <a:off x="2572141" y="6072248"/>
              <a:ext cx="1174592" cy="1539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0" name="正方形/長方形 39"/>
            <p:cNvSpPr/>
            <p:nvPr/>
          </p:nvSpPr>
          <p:spPr>
            <a:xfrm>
              <a:off x="1730879" y="6075422"/>
              <a:ext cx="819040" cy="90480"/>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1" name="正方形/長方形 40"/>
            <p:cNvSpPr/>
            <p:nvPr/>
          </p:nvSpPr>
          <p:spPr>
            <a:xfrm>
              <a:off x="191212" y="6332578"/>
              <a:ext cx="1176179" cy="2015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2" name="正方形/長方形 41"/>
            <p:cNvSpPr/>
            <p:nvPr/>
          </p:nvSpPr>
          <p:spPr>
            <a:xfrm>
              <a:off x="1383264" y="6324641"/>
              <a:ext cx="819040" cy="207947"/>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3" name="正方形/長方形 42"/>
            <p:cNvSpPr/>
            <p:nvPr/>
          </p:nvSpPr>
          <p:spPr>
            <a:xfrm rot="16200000">
              <a:off x="-424700" y="1291058"/>
              <a:ext cx="1515949" cy="46031"/>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4" name="正方形/長方形 43"/>
            <p:cNvSpPr/>
            <p:nvPr/>
          </p:nvSpPr>
          <p:spPr>
            <a:xfrm>
              <a:off x="3419752" y="6238922"/>
              <a:ext cx="2009504" cy="47621"/>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5" name="正方形/長方形 44"/>
            <p:cNvSpPr/>
            <p:nvPr/>
          </p:nvSpPr>
          <p:spPr>
            <a:xfrm>
              <a:off x="2215002" y="6481792"/>
              <a:ext cx="1515858" cy="5079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grpSp>
      <p:pic>
        <p:nvPicPr>
          <p:cNvPr id="46" name="Picture 2" descr="C:\Documents and Settings\hiroyuki.watanabe\My Documents\eXmotion\販促\ロゴ\黒字_背景透明_2100x660.png">
            <a:extLst>
              <a:ext uri="{FF2B5EF4-FFF2-40B4-BE49-F238E27FC236}">
                <a16:creationId xmlns:a16="http://schemas.microsoft.com/office/drawing/2014/main" id="{394CF75F-AB14-44F0-885A-2858367CF70B}"/>
              </a:ext>
            </a:extLst>
          </p:cNvPr>
          <p:cNvPicPr>
            <a:picLocks noChangeAspect="1" noChangeArrowheads="1"/>
          </p:cNvPicPr>
          <p:nvPr/>
        </p:nvPicPr>
        <p:blipFill>
          <a:blip r:embed="rId2" cstate="print"/>
          <a:srcRect/>
          <a:stretch>
            <a:fillRect/>
          </a:stretch>
        </p:blipFill>
        <p:spPr bwMode="auto">
          <a:xfrm>
            <a:off x="8305026" y="5157192"/>
            <a:ext cx="3320298" cy="1043522"/>
          </a:xfrm>
          <a:prstGeom prst="rect">
            <a:avLst/>
          </a:prstGeom>
          <a:noFill/>
        </p:spPr>
      </p:pic>
    </p:spTree>
    <p:extLst>
      <p:ext uri="{BB962C8B-B14F-4D97-AF65-F5344CB8AC3E}">
        <p14:creationId xmlns:p14="http://schemas.microsoft.com/office/powerpoint/2010/main" val="591570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85710" y="142852"/>
            <a:ext cx="11620581" cy="725470"/>
          </a:xfrm>
        </p:spPr>
        <p:txBody>
          <a:bodyPr>
            <a:normAutofit/>
          </a:bodyPr>
          <a:lstStyle>
            <a:lvl1pPr algn="l">
              <a:defRPr sz="3600">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 2"/>
          <p:cNvSpPr>
            <a:spLocks noGrp="1"/>
          </p:cNvSpPr>
          <p:nvPr>
            <p:ph idx="1"/>
          </p:nvPr>
        </p:nvSpPr>
        <p:spPr>
          <a:xfrm>
            <a:off x="285710" y="1285861"/>
            <a:ext cx="11620581" cy="5085122"/>
          </a:xfrm>
        </p:spPr>
        <p:txBody>
          <a:bodyPr>
            <a:normAutofit/>
          </a:bodyPr>
          <a:lstStyle>
            <a:lvl1pPr marL="357188" indent="-357188">
              <a:buClr>
                <a:srgbClr val="C00000"/>
              </a:buClr>
              <a:buSzPct val="70000"/>
              <a:buFont typeface="ＭＳ Ｐゴシック" pitchFamily="50" charset="-128"/>
              <a:buChar char="▊"/>
              <a:defRPr sz="2000" baseline="0">
                <a:latin typeface="+mn-ea"/>
                <a:ea typeface="+mn-ea"/>
              </a:defRPr>
            </a:lvl1pPr>
            <a:lvl2pPr marL="712788" indent="-273050">
              <a:buClr>
                <a:srgbClr val="CC0C0C"/>
              </a:buClr>
              <a:buSzPct val="90000"/>
              <a:buFontTx/>
              <a:buBlip>
                <a:blip r:embed="rId2"/>
              </a:buBlip>
              <a:defRPr sz="1800" baseline="0">
                <a:latin typeface="+mn-ea"/>
                <a:ea typeface="+mn-ea"/>
              </a:defRPr>
            </a:lvl2pPr>
            <a:lvl3pPr marL="1079500" indent="-265113">
              <a:buClr>
                <a:srgbClr val="C00000"/>
              </a:buClr>
              <a:buSzPct val="80000"/>
              <a:buFont typeface="Wingdings" pitchFamily="2" charset="2"/>
              <a:buChar char="n"/>
              <a:defRPr sz="1600" baseline="0">
                <a:latin typeface="+mn-ea"/>
                <a:ea typeface="+mn-ea"/>
              </a:defRPr>
            </a:lvl3pPr>
            <a:lvl4pPr marL="1347788" indent="-228600">
              <a:buClr>
                <a:srgbClr val="CC0C0C"/>
              </a:buClr>
              <a:buSzPct val="90000"/>
              <a:buFont typeface="Wingdings" pitchFamily="2" charset="2"/>
              <a:buChar char="l"/>
              <a:defRPr sz="1400" baseline="0">
                <a:latin typeface="+mn-ea"/>
                <a:ea typeface="+mn-ea"/>
              </a:defRPr>
            </a:lvl4pPr>
            <a:lvl5pPr marL="1616075" indent="-228600">
              <a:buClr>
                <a:schemeClr val="tx1">
                  <a:lumMod val="65000"/>
                  <a:lumOff val="35000"/>
                </a:schemeClr>
              </a:buClr>
              <a:buSzPct val="80000"/>
              <a:buFontTx/>
              <a:buBlip>
                <a:blip r:embed="rId3"/>
              </a:buBlip>
              <a:defRPr sz="1800" baseline="0">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p:txBody>
      </p:sp>
      <p:sp>
        <p:nvSpPr>
          <p:cNvPr id="12" name="正方形/長方形 11"/>
          <p:cNvSpPr/>
          <p:nvPr/>
        </p:nvSpPr>
        <p:spPr>
          <a:xfrm>
            <a:off x="1428717" y="928671"/>
            <a:ext cx="2095515"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12658" y="928670"/>
            <a:ext cx="1416060" cy="142876"/>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2476475" y="1000109"/>
            <a:ext cx="2381267"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3524233" y="928670"/>
            <a:ext cx="4000528" cy="71438"/>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p:cNvSpPr/>
          <p:nvPr/>
        </p:nvSpPr>
        <p:spPr>
          <a:xfrm>
            <a:off x="12658" y="1071547"/>
            <a:ext cx="844556"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p:nvSpPr>
        <p:spPr>
          <a:xfrm>
            <a:off x="11036293" y="1000108"/>
            <a:ext cx="1143008"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p:cNvSpPr/>
          <p:nvPr/>
        </p:nvSpPr>
        <p:spPr>
          <a:xfrm>
            <a:off x="11988841" y="928671"/>
            <a:ext cx="190459"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p:nvSpPr>
        <p:spPr>
          <a:xfrm>
            <a:off x="1428717" y="928671"/>
            <a:ext cx="2095515"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p:nvSpPr>
        <p:spPr>
          <a:xfrm>
            <a:off x="12658" y="928670"/>
            <a:ext cx="1416060" cy="142876"/>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p:nvSpPr>
        <p:spPr>
          <a:xfrm>
            <a:off x="2476475" y="1000109"/>
            <a:ext cx="2381267"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p:cNvSpPr/>
          <p:nvPr/>
        </p:nvSpPr>
        <p:spPr>
          <a:xfrm>
            <a:off x="3524233" y="928670"/>
            <a:ext cx="4000528" cy="71438"/>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p:nvSpPr>
        <p:spPr>
          <a:xfrm>
            <a:off x="12658" y="1071547"/>
            <a:ext cx="844556"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p:nvSpPr>
        <p:spPr>
          <a:xfrm>
            <a:off x="11036293" y="1000108"/>
            <a:ext cx="1143008"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p:cNvSpPr/>
          <p:nvPr/>
        </p:nvSpPr>
        <p:spPr>
          <a:xfrm>
            <a:off x="11988841" y="928671"/>
            <a:ext cx="190459"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60407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セクション見出し">
    <p:spTree>
      <p:nvGrpSpPr>
        <p:cNvPr id="1" name=""/>
        <p:cNvGrpSpPr/>
        <p:nvPr/>
      </p:nvGrpSpPr>
      <p:grpSpPr>
        <a:xfrm>
          <a:off x="0" y="0"/>
          <a:ext cx="0" cy="0"/>
          <a:chOff x="0" y="0"/>
          <a:chExt cx="0" cy="0"/>
        </a:xfrm>
      </p:grpSpPr>
      <p:sp>
        <p:nvSpPr>
          <p:cNvPr id="7" name="タイトル 1"/>
          <p:cNvSpPr>
            <a:spLocks noGrp="1"/>
          </p:cNvSpPr>
          <p:nvPr>
            <p:ph type="ctrTitle"/>
          </p:nvPr>
        </p:nvSpPr>
        <p:spPr>
          <a:xfrm>
            <a:off x="2000221" y="3127380"/>
            <a:ext cx="10001320" cy="1285883"/>
          </a:xfrm>
        </p:spPr>
        <p:txBody>
          <a:bodyPr anchor="b" anchorCtr="0">
            <a:normAutofit/>
          </a:bodyPr>
          <a:lstStyle>
            <a:lvl1pPr algn="r">
              <a:defRPr sz="4000">
                <a:latin typeface="+mn-ea"/>
                <a:ea typeface="+mn-ea"/>
              </a:defRPr>
            </a:lvl1pPr>
          </a:lstStyle>
          <a:p>
            <a:r>
              <a:rPr kumimoji="1" lang="ja-JP" altLang="en-US"/>
              <a:t>マスター タイトルの書式設定</a:t>
            </a:r>
            <a:endParaRPr kumimoji="1" lang="ja-JP" altLang="en-US" dirty="0"/>
          </a:p>
        </p:txBody>
      </p:sp>
      <p:sp>
        <p:nvSpPr>
          <p:cNvPr id="8" name="サブタイトル 2"/>
          <p:cNvSpPr>
            <a:spLocks noGrp="1"/>
          </p:cNvSpPr>
          <p:nvPr>
            <p:ph type="subTitle" idx="1"/>
          </p:nvPr>
        </p:nvSpPr>
        <p:spPr>
          <a:xfrm>
            <a:off x="3428981" y="5127643"/>
            <a:ext cx="8534400" cy="508001"/>
          </a:xfrm>
        </p:spPr>
        <p:txBody>
          <a:bodyPr/>
          <a:lstStyle>
            <a:lvl1pPr marL="0" indent="0" algn="r">
              <a:buNone/>
              <a:defRPr sz="2800">
                <a:solidFill>
                  <a:schemeClr val="tx1">
                    <a:tint val="75000"/>
                  </a:schemeClr>
                </a:solidFill>
                <a:latin typeface="+mn-ea"/>
                <a:ea typeface="+mn-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endParaRPr kumimoji="1" lang="ja-JP" altLang="en-US" dirty="0"/>
          </a:p>
        </p:txBody>
      </p:sp>
      <p:sp>
        <p:nvSpPr>
          <p:cNvPr id="9" name="正方形/長方形 8"/>
          <p:cNvSpPr/>
          <p:nvPr/>
        </p:nvSpPr>
        <p:spPr>
          <a:xfrm>
            <a:off x="8166115" y="4484701"/>
            <a:ext cx="2209816"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10356880" y="4484700"/>
            <a:ext cx="1809720" cy="214314"/>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5213344" y="4591858"/>
            <a:ext cx="4591083"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p:nvSpPr>
        <p:spPr>
          <a:xfrm>
            <a:off x="1974822" y="4484702"/>
            <a:ext cx="619129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7499360" y="4699014"/>
            <a:ext cx="2857520" cy="214314"/>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6451603" y="4699015"/>
            <a:ext cx="1047757"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10356880" y="4699015"/>
            <a:ext cx="1809720"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p:nvSpPr>
        <p:spPr>
          <a:xfrm>
            <a:off x="10833134" y="4913329"/>
            <a:ext cx="76200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スライド番号プレースホルダ 5"/>
          <p:cNvSpPr>
            <a:spLocks noGrp="1"/>
          </p:cNvSpPr>
          <p:nvPr>
            <p:ph type="sldNum" sz="quarter" idx="4"/>
          </p:nvPr>
        </p:nvSpPr>
        <p:spPr>
          <a:xfrm>
            <a:off x="285709" y="6429397"/>
            <a:ext cx="857256" cy="365125"/>
          </a:xfrm>
          <a:prstGeom prst="rect">
            <a:avLst/>
          </a:prstGeom>
        </p:spPr>
        <p:txBody>
          <a:bodyPr/>
          <a:lstStyle>
            <a:lvl1pPr algn="l">
              <a:defRPr/>
            </a:lvl1pPr>
          </a:lstStyle>
          <a:p>
            <a:fld id="{4C169CC0-D762-45DA-AAFE-26306989BF4D}" type="slidenum">
              <a:rPr kumimoji="1" lang="ja-JP" altLang="en-US" smtClean="0"/>
              <a:t>‹#›</a:t>
            </a:fld>
            <a:endParaRPr kumimoji="1" lang="ja-JP" altLang="en-US"/>
          </a:p>
        </p:txBody>
      </p:sp>
      <p:sp>
        <p:nvSpPr>
          <p:cNvPr id="17" name="正方形/長方形 16"/>
          <p:cNvSpPr/>
          <p:nvPr/>
        </p:nvSpPr>
        <p:spPr>
          <a:xfrm>
            <a:off x="8166115" y="4484701"/>
            <a:ext cx="2209816"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p:nvSpPr>
        <p:spPr>
          <a:xfrm>
            <a:off x="10356880" y="4484700"/>
            <a:ext cx="1809720" cy="214314"/>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p:nvSpPr>
        <p:spPr>
          <a:xfrm>
            <a:off x="5213344" y="4591858"/>
            <a:ext cx="4591083"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p:cNvSpPr/>
          <p:nvPr/>
        </p:nvSpPr>
        <p:spPr>
          <a:xfrm>
            <a:off x="1974822" y="4484702"/>
            <a:ext cx="619129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p:cNvSpPr/>
          <p:nvPr/>
        </p:nvSpPr>
        <p:spPr>
          <a:xfrm>
            <a:off x="7499360" y="4699014"/>
            <a:ext cx="2857520" cy="214314"/>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p:nvSpPr>
        <p:spPr>
          <a:xfrm>
            <a:off x="6451603" y="4699015"/>
            <a:ext cx="1047757"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p:nvSpPr>
        <p:spPr>
          <a:xfrm>
            <a:off x="10356880" y="4699015"/>
            <a:ext cx="1809720"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p:cNvSpPr/>
          <p:nvPr/>
        </p:nvSpPr>
        <p:spPr>
          <a:xfrm>
            <a:off x="10833134" y="4913329"/>
            <a:ext cx="76200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9140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つのコンテンツ">
    <p:spTree>
      <p:nvGrpSpPr>
        <p:cNvPr id="1" name=""/>
        <p:cNvGrpSpPr/>
        <p:nvPr/>
      </p:nvGrpSpPr>
      <p:grpSpPr>
        <a:xfrm>
          <a:off x="0" y="0"/>
          <a:ext cx="0" cy="0"/>
          <a:chOff x="0" y="0"/>
          <a:chExt cx="0" cy="0"/>
        </a:xfrm>
      </p:grpSpPr>
      <p:sp>
        <p:nvSpPr>
          <p:cNvPr id="8" name="タイトル 1"/>
          <p:cNvSpPr>
            <a:spLocks noGrp="1"/>
          </p:cNvSpPr>
          <p:nvPr>
            <p:ph type="title"/>
          </p:nvPr>
        </p:nvSpPr>
        <p:spPr>
          <a:xfrm>
            <a:off x="285710" y="142852"/>
            <a:ext cx="11620581" cy="725470"/>
          </a:xfrm>
        </p:spPr>
        <p:txBody>
          <a:bodyPr>
            <a:normAutofit/>
          </a:bodyPr>
          <a:lstStyle>
            <a:lvl1pPr algn="l">
              <a:defRPr sz="4000">
                <a:latin typeface="+mn-ea"/>
                <a:ea typeface="+mn-ea"/>
              </a:defRPr>
            </a:lvl1pPr>
          </a:lstStyle>
          <a:p>
            <a:r>
              <a:rPr kumimoji="1" lang="ja-JP" altLang="en-US"/>
              <a:t>マスター タイトルの書式設定</a:t>
            </a:r>
            <a:endParaRPr kumimoji="1" lang="ja-JP" altLang="en-US" dirty="0"/>
          </a:p>
        </p:txBody>
      </p:sp>
      <p:sp>
        <p:nvSpPr>
          <p:cNvPr id="9" name="正方形/長方形 8"/>
          <p:cNvSpPr/>
          <p:nvPr/>
        </p:nvSpPr>
        <p:spPr>
          <a:xfrm>
            <a:off x="1428717" y="928671"/>
            <a:ext cx="2095515"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12658" y="928670"/>
            <a:ext cx="1416060" cy="142876"/>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2476475" y="1000109"/>
            <a:ext cx="2381267"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p:nvSpPr>
        <p:spPr>
          <a:xfrm>
            <a:off x="3524233" y="928670"/>
            <a:ext cx="4000528" cy="71438"/>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12658" y="1071547"/>
            <a:ext cx="844556"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11036293" y="1000108"/>
            <a:ext cx="1143008"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11988841" y="928671"/>
            <a:ext cx="190459"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コンテンツ プレースホルダ 2"/>
          <p:cNvSpPr>
            <a:spLocks noGrp="1"/>
          </p:cNvSpPr>
          <p:nvPr>
            <p:ph idx="13"/>
          </p:nvPr>
        </p:nvSpPr>
        <p:spPr>
          <a:xfrm>
            <a:off x="285710" y="1285861"/>
            <a:ext cx="5619789" cy="4840303"/>
          </a:xfrm>
        </p:spPr>
        <p:txBody>
          <a:bodyPr/>
          <a:lstStyle>
            <a:lvl1pPr marL="357188" indent="-357188">
              <a:buClr>
                <a:srgbClr val="000000"/>
              </a:buClr>
              <a:buSzPct val="70000"/>
              <a:buFont typeface="ＭＳ Ｐゴシック" pitchFamily="50" charset="-128"/>
              <a:buChar char="▊"/>
              <a:defRPr sz="2800" baseline="0">
                <a:latin typeface="+mn-ea"/>
                <a:ea typeface="+mn-ea"/>
              </a:defRPr>
            </a:lvl1pPr>
            <a:lvl2pPr marL="712788" indent="-273050">
              <a:buClr>
                <a:srgbClr val="CC0C0C"/>
              </a:buClr>
              <a:buSzPct val="90000"/>
              <a:buFontTx/>
              <a:buBlip>
                <a:blip r:embed="rId2"/>
              </a:buBlip>
              <a:defRPr sz="2400" baseline="0">
                <a:latin typeface="+mn-ea"/>
                <a:ea typeface="+mn-ea"/>
              </a:defRPr>
            </a:lvl2pPr>
            <a:lvl3pPr marL="1079500" indent="-265113">
              <a:buClr>
                <a:schemeClr val="tx1">
                  <a:lumMod val="75000"/>
                  <a:lumOff val="25000"/>
                </a:schemeClr>
              </a:buClr>
              <a:buSzPct val="80000"/>
              <a:buFont typeface="Wingdings" pitchFamily="2" charset="2"/>
              <a:buChar char="n"/>
              <a:defRPr sz="2000" baseline="0">
                <a:latin typeface="+mn-ea"/>
                <a:ea typeface="+mn-ea"/>
              </a:defRPr>
            </a:lvl3pPr>
            <a:lvl4pPr marL="1347788" indent="-228600">
              <a:buClr>
                <a:srgbClr val="CC0C0C"/>
              </a:buClr>
              <a:buSzPct val="90000"/>
              <a:buFont typeface="Wingdings" pitchFamily="2" charset="2"/>
              <a:buChar char="l"/>
              <a:defRPr sz="1800" baseline="0">
                <a:latin typeface="+mn-ea"/>
                <a:ea typeface="+mn-ea"/>
              </a:defRPr>
            </a:lvl4pPr>
            <a:lvl5pPr marL="1616075" indent="-228600">
              <a:buClr>
                <a:schemeClr val="tx1">
                  <a:lumMod val="65000"/>
                  <a:lumOff val="35000"/>
                </a:schemeClr>
              </a:buClr>
              <a:buSzPct val="80000"/>
              <a:buFontTx/>
              <a:buBlip>
                <a:blip r:embed="rId3"/>
              </a:buBlip>
              <a:defRPr sz="1800" baseline="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8" name="コンテンツ プレースホルダ 2"/>
          <p:cNvSpPr>
            <a:spLocks noGrp="1"/>
          </p:cNvSpPr>
          <p:nvPr>
            <p:ph idx="14"/>
          </p:nvPr>
        </p:nvSpPr>
        <p:spPr>
          <a:xfrm>
            <a:off x="6286502" y="1285861"/>
            <a:ext cx="5619789" cy="4840303"/>
          </a:xfrm>
        </p:spPr>
        <p:txBody>
          <a:bodyPr/>
          <a:lstStyle>
            <a:lvl1pPr marL="357188" indent="-357188">
              <a:buClr>
                <a:srgbClr val="000000"/>
              </a:buClr>
              <a:buSzPct val="70000"/>
              <a:buFont typeface="ＭＳ Ｐゴシック" pitchFamily="50" charset="-128"/>
              <a:buChar char="▊"/>
              <a:defRPr sz="2800" baseline="0">
                <a:latin typeface="+mn-ea"/>
                <a:ea typeface="+mn-ea"/>
              </a:defRPr>
            </a:lvl1pPr>
            <a:lvl2pPr marL="712788" indent="-273050">
              <a:buClr>
                <a:srgbClr val="CC0C0C"/>
              </a:buClr>
              <a:buSzPct val="90000"/>
              <a:buFontTx/>
              <a:buBlip>
                <a:blip r:embed="rId2"/>
              </a:buBlip>
              <a:defRPr sz="2400" baseline="0">
                <a:latin typeface="+mn-ea"/>
                <a:ea typeface="+mn-ea"/>
              </a:defRPr>
            </a:lvl2pPr>
            <a:lvl3pPr marL="1079500" indent="-265113">
              <a:buClr>
                <a:schemeClr val="tx1">
                  <a:lumMod val="75000"/>
                  <a:lumOff val="25000"/>
                </a:schemeClr>
              </a:buClr>
              <a:buSzPct val="80000"/>
              <a:buFont typeface="Wingdings" pitchFamily="2" charset="2"/>
              <a:buChar char="n"/>
              <a:defRPr sz="2000" baseline="0">
                <a:latin typeface="+mn-ea"/>
                <a:ea typeface="+mn-ea"/>
              </a:defRPr>
            </a:lvl3pPr>
            <a:lvl4pPr marL="1347788" indent="-228600">
              <a:buClr>
                <a:srgbClr val="CC0C0C"/>
              </a:buClr>
              <a:buSzPct val="90000"/>
              <a:buFont typeface="Wingdings" pitchFamily="2" charset="2"/>
              <a:buChar char="l"/>
              <a:defRPr sz="1800" baseline="0">
                <a:latin typeface="+mn-ea"/>
                <a:ea typeface="+mn-ea"/>
              </a:defRPr>
            </a:lvl4pPr>
            <a:lvl5pPr marL="1616075" indent="-228600">
              <a:buClr>
                <a:schemeClr val="tx1">
                  <a:lumMod val="65000"/>
                  <a:lumOff val="35000"/>
                </a:schemeClr>
              </a:buClr>
              <a:buSzPct val="80000"/>
              <a:buFontTx/>
              <a:buBlip>
                <a:blip r:embed="rId3"/>
              </a:buBlip>
              <a:defRPr sz="1800" baseline="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0" name="スライド番号プレースホルダ 5"/>
          <p:cNvSpPr>
            <a:spLocks noGrp="1"/>
          </p:cNvSpPr>
          <p:nvPr>
            <p:ph type="sldNum" sz="quarter" idx="4"/>
          </p:nvPr>
        </p:nvSpPr>
        <p:spPr>
          <a:xfrm>
            <a:off x="285709" y="6429397"/>
            <a:ext cx="857256" cy="365125"/>
          </a:xfrm>
          <a:prstGeom prst="rect">
            <a:avLst/>
          </a:prstGeom>
        </p:spPr>
        <p:txBody>
          <a:bodyPr/>
          <a:lstStyle>
            <a:lvl1pPr algn="l">
              <a:defRPr/>
            </a:lvl1pPr>
          </a:lstStyle>
          <a:p>
            <a:fld id="{4C169CC0-D762-45DA-AAFE-26306989BF4D}" type="slidenum">
              <a:rPr kumimoji="1" lang="ja-JP" altLang="en-US" smtClean="0"/>
              <a:t>‹#›</a:t>
            </a:fld>
            <a:endParaRPr kumimoji="1" lang="ja-JP" altLang="en-US"/>
          </a:p>
        </p:txBody>
      </p:sp>
      <p:sp>
        <p:nvSpPr>
          <p:cNvPr id="16" name="正方形/長方形 15"/>
          <p:cNvSpPr/>
          <p:nvPr/>
        </p:nvSpPr>
        <p:spPr>
          <a:xfrm>
            <a:off x="1428717" y="928671"/>
            <a:ext cx="2095515"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p:nvSpPr>
        <p:spPr>
          <a:xfrm>
            <a:off x="12658" y="928670"/>
            <a:ext cx="1416060" cy="142876"/>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p:cNvSpPr/>
          <p:nvPr/>
        </p:nvSpPr>
        <p:spPr>
          <a:xfrm>
            <a:off x="2476475" y="1000109"/>
            <a:ext cx="2381267"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p:cNvSpPr/>
          <p:nvPr/>
        </p:nvSpPr>
        <p:spPr>
          <a:xfrm>
            <a:off x="3524233" y="928670"/>
            <a:ext cx="4000528" cy="71438"/>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p:nvSpPr>
        <p:spPr>
          <a:xfrm>
            <a:off x="12658" y="1071547"/>
            <a:ext cx="844556"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p:nvSpPr>
        <p:spPr>
          <a:xfrm>
            <a:off x="11036293" y="1000108"/>
            <a:ext cx="1143008"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p:cNvSpPr/>
          <p:nvPr/>
        </p:nvSpPr>
        <p:spPr>
          <a:xfrm>
            <a:off x="11988841" y="928671"/>
            <a:ext cx="190459"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42755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a:xfrm>
            <a:off x="609600" y="6356351"/>
            <a:ext cx="2844800" cy="365125"/>
          </a:xfrm>
          <a:prstGeom prst="rect">
            <a:avLst/>
          </a:prstGeom>
        </p:spPr>
        <p:txBody>
          <a:bodyPr/>
          <a:lstStyle/>
          <a:p>
            <a:fld id="{1EDC9CEA-8353-49A9-A8B0-BEB697459307}" type="datetimeFigureOut">
              <a:rPr kumimoji="1" lang="ja-JP" altLang="en-US" smtClean="0"/>
              <a:t>2026/2/18</a:t>
            </a:fld>
            <a:endParaRPr kumimoji="1" lang="ja-JP" altLang="en-US"/>
          </a:p>
        </p:txBody>
      </p:sp>
      <p:sp>
        <p:nvSpPr>
          <p:cNvPr id="8" name="フッター プレースホルダ 7"/>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9" name="スライド番号プレースホルダ 8"/>
          <p:cNvSpPr>
            <a:spLocks noGrp="1"/>
          </p:cNvSpPr>
          <p:nvPr>
            <p:ph type="sldNum" sz="quarter" idx="12"/>
          </p:nvPr>
        </p:nvSpPr>
        <p:spPr>
          <a:xfrm>
            <a:off x="8737600" y="6356351"/>
            <a:ext cx="2844800" cy="365125"/>
          </a:xfrm>
          <a:prstGeom prst="rect">
            <a:avLst/>
          </a:prstGeom>
        </p:spPr>
        <p:txBody>
          <a:bodyPr/>
          <a:lstStyle/>
          <a:p>
            <a:fld id="{4C169CC0-D762-45DA-AAFE-26306989BF4D}" type="slidenum">
              <a:rPr kumimoji="1" lang="ja-JP" altLang="en-US" smtClean="0"/>
              <a:t>‹#›</a:t>
            </a:fld>
            <a:endParaRPr kumimoji="1" lang="ja-JP" altLang="en-US"/>
          </a:p>
        </p:txBody>
      </p:sp>
    </p:spTree>
    <p:extLst>
      <p:ext uri="{BB962C8B-B14F-4D97-AF65-F5344CB8AC3E}">
        <p14:creationId xmlns:p14="http://schemas.microsoft.com/office/powerpoint/2010/main" val="272987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 2"/>
          <p:cNvSpPr>
            <a:spLocks noGrp="1"/>
          </p:cNvSpPr>
          <p:nvPr>
            <p:ph type="dt" sz="half" idx="10"/>
          </p:nvPr>
        </p:nvSpPr>
        <p:spPr>
          <a:xfrm>
            <a:off x="609600" y="6356351"/>
            <a:ext cx="2844800" cy="365125"/>
          </a:xfrm>
          <a:prstGeom prst="rect">
            <a:avLst/>
          </a:prstGeom>
        </p:spPr>
        <p:txBody>
          <a:bodyPr/>
          <a:lstStyle/>
          <a:p>
            <a:fld id="{1EDC9CEA-8353-49A9-A8B0-BEB697459307}" type="datetimeFigureOut">
              <a:rPr kumimoji="1" lang="ja-JP" altLang="en-US" smtClean="0"/>
              <a:t>2026/2/18</a:t>
            </a:fld>
            <a:endParaRPr kumimoji="1" lang="ja-JP" altLang="en-US"/>
          </a:p>
        </p:txBody>
      </p:sp>
      <p:sp>
        <p:nvSpPr>
          <p:cNvPr id="4" name="フッター プレースホルダ 3"/>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5" name="スライド番号プレースホルダ 4"/>
          <p:cNvSpPr>
            <a:spLocks noGrp="1"/>
          </p:cNvSpPr>
          <p:nvPr>
            <p:ph type="sldNum" sz="quarter" idx="12"/>
          </p:nvPr>
        </p:nvSpPr>
        <p:spPr>
          <a:xfrm>
            <a:off x="8737600" y="6356351"/>
            <a:ext cx="2844800" cy="365125"/>
          </a:xfrm>
          <a:prstGeom prst="rect">
            <a:avLst/>
          </a:prstGeom>
        </p:spPr>
        <p:txBody>
          <a:bodyPr/>
          <a:lstStyle/>
          <a:p>
            <a:fld id="{4C169CC0-D762-45DA-AAFE-26306989BF4D}" type="slidenum">
              <a:rPr kumimoji="1" lang="ja-JP" altLang="en-US" smtClean="0"/>
              <a:t>‹#›</a:t>
            </a:fld>
            <a:endParaRPr kumimoji="1" lang="ja-JP" altLang="en-US"/>
          </a:p>
        </p:txBody>
      </p:sp>
    </p:spTree>
    <p:extLst>
      <p:ext uri="{BB962C8B-B14F-4D97-AF65-F5344CB8AC3E}">
        <p14:creationId xmlns:p14="http://schemas.microsoft.com/office/powerpoint/2010/main" val="3105647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a:xfrm>
            <a:off x="609600" y="6356351"/>
            <a:ext cx="2844800" cy="365125"/>
          </a:xfrm>
          <a:prstGeom prst="rect">
            <a:avLst/>
          </a:prstGeom>
        </p:spPr>
        <p:txBody>
          <a:bodyPr/>
          <a:lstStyle/>
          <a:p>
            <a:fld id="{1EDC9CEA-8353-49A9-A8B0-BEB697459307}" type="datetimeFigureOut">
              <a:rPr kumimoji="1" lang="ja-JP" altLang="en-US" smtClean="0"/>
              <a:t>2026/2/18</a:t>
            </a:fld>
            <a:endParaRPr kumimoji="1" lang="ja-JP" altLang="en-US"/>
          </a:p>
        </p:txBody>
      </p:sp>
      <p:sp>
        <p:nvSpPr>
          <p:cNvPr id="3" name="フッター プレースホルダ 2"/>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4" name="スライド番号プレースホルダ 3"/>
          <p:cNvSpPr>
            <a:spLocks noGrp="1"/>
          </p:cNvSpPr>
          <p:nvPr>
            <p:ph type="sldNum" sz="quarter" idx="12"/>
          </p:nvPr>
        </p:nvSpPr>
        <p:spPr>
          <a:xfrm>
            <a:off x="8737600" y="6356351"/>
            <a:ext cx="2844800" cy="365125"/>
          </a:xfrm>
          <a:prstGeom prst="rect">
            <a:avLst/>
          </a:prstGeom>
        </p:spPr>
        <p:txBody>
          <a:bodyPr/>
          <a:lstStyle/>
          <a:p>
            <a:fld id="{4C169CC0-D762-45DA-AAFE-26306989BF4D}" type="slidenum">
              <a:rPr kumimoji="1" lang="ja-JP" altLang="en-US" smtClean="0"/>
              <a:t>‹#›</a:t>
            </a:fld>
            <a:endParaRPr kumimoji="1" lang="ja-JP" altLang="en-US"/>
          </a:p>
        </p:txBody>
      </p:sp>
    </p:spTree>
    <p:extLst>
      <p:ext uri="{BB962C8B-B14F-4D97-AF65-F5344CB8AC3E}">
        <p14:creationId xmlns:p14="http://schemas.microsoft.com/office/powerpoint/2010/main" val="3289198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1"/>
            </a:lvl1pPr>
          </a:lstStyle>
          <a:p>
            <a:r>
              <a:rPr kumimoji="1" lang="ja-JP" altLang="en-US"/>
              <a:t>マスター タイトルの書式設定</a:t>
            </a:r>
          </a:p>
        </p:txBody>
      </p:sp>
      <p:sp>
        <p:nvSpPr>
          <p:cNvPr id="3" name="コンテンツ プレースホル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p>
            <a:fld id="{1EDC9CEA-8353-49A9-A8B0-BEB697459307}" type="datetimeFigureOut">
              <a:rPr kumimoji="1" lang="ja-JP" altLang="en-US" smtClean="0"/>
              <a:t>2026/2/18</a:t>
            </a:fld>
            <a:endParaRPr kumimoji="1"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7" name="スライド番号プレースホルダ 6"/>
          <p:cNvSpPr>
            <a:spLocks noGrp="1"/>
          </p:cNvSpPr>
          <p:nvPr>
            <p:ph type="sldNum" sz="quarter" idx="12"/>
          </p:nvPr>
        </p:nvSpPr>
        <p:spPr>
          <a:xfrm>
            <a:off x="8737600" y="6356351"/>
            <a:ext cx="2844800" cy="365125"/>
          </a:xfrm>
          <a:prstGeom prst="rect">
            <a:avLst/>
          </a:prstGeom>
        </p:spPr>
        <p:txBody>
          <a:bodyPr/>
          <a:lstStyle/>
          <a:p>
            <a:fld id="{4C169CC0-D762-45DA-AAFE-26306989BF4D}" type="slidenum">
              <a:rPr kumimoji="1" lang="ja-JP" altLang="en-US" smtClean="0"/>
              <a:t>‹#›</a:t>
            </a:fld>
            <a:endParaRPr kumimoji="1" lang="ja-JP" altLang="en-US"/>
          </a:p>
        </p:txBody>
      </p:sp>
    </p:spTree>
    <p:extLst>
      <p:ext uri="{BB962C8B-B14F-4D97-AF65-F5344CB8AC3E}">
        <p14:creationId xmlns:p14="http://schemas.microsoft.com/office/powerpoint/2010/main" val="1375371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kumimoji="1"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p>
            <a:fld id="{1EDC9CEA-8353-49A9-A8B0-BEB697459307}" type="datetimeFigureOut">
              <a:rPr kumimoji="1" lang="ja-JP" altLang="en-US" smtClean="0"/>
              <a:t>2026/2/18</a:t>
            </a:fld>
            <a:endParaRPr kumimoji="1"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7" name="スライド番号プレースホルダ 6"/>
          <p:cNvSpPr>
            <a:spLocks noGrp="1"/>
          </p:cNvSpPr>
          <p:nvPr>
            <p:ph type="sldNum" sz="quarter" idx="12"/>
          </p:nvPr>
        </p:nvSpPr>
        <p:spPr>
          <a:xfrm>
            <a:off x="8737600" y="6356351"/>
            <a:ext cx="2844800" cy="365125"/>
          </a:xfrm>
          <a:prstGeom prst="rect">
            <a:avLst/>
          </a:prstGeom>
        </p:spPr>
        <p:txBody>
          <a:bodyPr/>
          <a:lstStyle/>
          <a:p>
            <a:fld id="{4C169CC0-D762-45DA-AAFE-26306989BF4D}" type="slidenum">
              <a:rPr kumimoji="1" lang="ja-JP" altLang="en-US" smtClean="0"/>
              <a:t>‹#›</a:t>
            </a:fld>
            <a:endParaRPr kumimoji="1" lang="ja-JP" altLang="en-US"/>
          </a:p>
        </p:txBody>
      </p:sp>
    </p:spTree>
    <p:extLst>
      <p:ext uri="{BB962C8B-B14F-4D97-AF65-F5344CB8AC3E}">
        <p14:creationId xmlns:p14="http://schemas.microsoft.com/office/powerpoint/2010/main" val="4161268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p>
            <a:fld id="{1EDC9CEA-8353-49A9-A8B0-BEB697459307}" type="datetimeFigureOut">
              <a:rPr kumimoji="1" lang="ja-JP" altLang="en-US" smtClean="0"/>
              <a:t>2026/2/18</a:t>
            </a:fld>
            <a:endParaRPr kumimoji="1"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6" name="スライド番号プレースホルダ 5"/>
          <p:cNvSpPr>
            <a:spLocks noGrp="1"/>
          </p:cNvSpPr>
          <p:nvPr>
            <p:ph type="sldNum" sz="quarter" idx="12"/>
          </p:nvPr>
        </p:nvSpPr>
        <p:spPr>
          <a:xfrm>
            <a:off x="8737600" y="6356351"/>
            <a:ext cx="2844800" cy="365125"/>
          </a:xfrm>
          <a:prstGeom prst="rect">
            <a:avLst/>
          </a:prstGeom>
        </p:spPr>
        <p:txBody>
          <a:bodyPr/>
          <a:lstStyle/>
          <a:p>
            <a:fld id="{4C169CC0-D762-45DA-AAFE-26306989BF4D}" type="slidenum">
              <a:rPr kumimoji="1" lang="ja-JP" altLang="en-US" smtClean="0"/>
              <a:t>‹#›</a:t>
            </a:fld>
            <a:endParaRPr kumimoji="1" lang="ja-JP" altLang="en-US"/>
          </a:p>
        </p:txBody>
      </p:sp>
    </p:spTree>
    <p:extLst>
      <p:ext uri="{BB962C8B-B14F-4D97-AF65-F5344CB8AC3E}">
        <p14:creationId xmlns:p14="http://schemas.microsoft.com/office/powerpoint/2010/main" val="1360270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839200" y="274639"/>
            <a:ext cx="2743200" cy="5851525"/>
          </a:xfrm>
        </p:spPr>
        <p:txBody>
          <a:bodyPr vert="eaVert"/>
          <a:lstStyle/>
          <a:p>
            <a:r>
              <a:rPr kumimoji="1" lang="ja-JP" altLang="en-US"/>
              <a:t>マスター タイトルの書式設定</a:t>
            </a:r>
          </a:p>
        </p:txBody>
      </p:sp>
      <p:sp>
        <p:nvSpPr>
          <p:cNvPr id="3" name="縦書きテキスト プレースホルダ 2"/>
          <p:cNvSpPr>
            <a:spLocks noGrp="1"/>
          </p:cNvSpPr>
          <p:nvPr>
            <p:ph type="body" orient="vert" idx="1"/>
          </p:nvPr>
        </p:nvSpPr>
        <p:spPr>
          <a:xfrm>
            <a:off x="609600" y="274639"/>
            <a:ext cx="80264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p>
            <a:fld id="{1EDC9CEA-8353-49A9-A8B0-BEB697459307}" type="datetimeFigureOut">
              <a:rPr kumimoji="1" lang="ja-JP" altLang="en-US" smtClean="0"/>
              <a:t>2026/2/18</a:t>
            </a:fld>
            <a:endParaRPr kumimoji="1"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6" name="スライド番号プレースホルダ 5"/>
          <p:cNvSpPr>
            <a:spLocks noGrp="1"/>
          </p:cNvSpPr>
          <p:nvPr>
            <p:ph type="sldNum" sz="quarter" idx="12"/>
          </p:nvPr>
        </p:nvSpPr>
        <p:spPr>
          <a:xfrm>
            <a:off x="8737600" y="6356351"/>
            <a:ext cx="2844800" cy="365125"/>
          </a:xfrm>
          <a:prstGeom prst="rect">
            <a:avLst/>
          </a:prstGeom>
        </p:spPr>
        <p:txBody>
          <a:bodyPr/>
          <a:lstStyle/>
          <a:p>
            <a:fld id="{4C169CC0-D762-45DA-AAFE-26306989BF4D}" type="slidenum">
              <a:rPr kumimoji="1" lang="ja-JP" altLang="en-US" smtClean="0"/>
              <a:t>‹#›</a:t>
            </a:fld>
            <a:endParaRPr kumimoji="1" lang="ja-JP" altLang="en-US"/>
          </a:p>
        </p:txBody>
      </p:sp>
    </p:spTree>
    <p:extLst>
      <p:ext uri="{BB962C8B-B14F-4D97-AF65-F5344CB8AC3E}">
        <p14:creationId xmlns:p14="http://schemas.microsoft.com/office/powerpoint/2010/main" val="21342759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セクション見出し">
    <p:spTree>
      <p:nvGrpSpPr>
        <p:cNvPr id="1" name=""/>
        <p:cNvGrpSpPr/>
        <p:nvPr/>
      </p:nvGrpSpPr>
      <p:grpSpPr>
        <a:xfrm>
          <a:off x="0" y="0"/>
          <a:ext cx="0" cy="0"/>
          <a:chOff x="0" y="0"/>
          <a:chExt cx="0" cy="0"/>
        </a:xfrm>
      </p:grpSpPr>
      <p:sp>
        <p:nvSpPr>
          <p:cNvPr id="7" name="タイトル 1"/>
          <p:cNvSpPr>
            <a:spLocks noGrp="1"/>
          </p:cNvSpPr>
          <p:nvPr>
            <p:ph type="ctrTitle"/>
          </p:nvPr>
        </p:nvSpPr>
        <p:spPr>
          <a:xfrm>
            <a:off x="2000221" y="3127380"/>
            <a:ext cx="10001320" cy="1285883"/>
          </a:xfrm>
        </p:spPr>
        <p:txBody>
          <a:bodyPr anchor="b" anchorCtr="0">
            <a:normAutofit/>
          </a:bodyPr>
          <a:lstStyle>
            <a:lvl1pPr algn="r">
              <a:defRPr sz="4000">
                <a:latin typeface="MS UI Gothic" pitchFamily="50" charset="-128"/>
                <a:ea typeface="MS UI Gothic" pitchFamily="50" charset="-128"/>
              </a:defRPr>
            </a:lvl1pPr>
          </a:lstStyle>
          <a:p>
            <a:r>
              <a:rPr kumimoji="1" lang="ja-JP" altLang="en-US"/>
              <a:t>マスター タイトルの書式設定</a:t>
            </a:r>
            <a:endParaRPr kumimoji="1" lang="ja-JP" altLang="en-US" dirty="0"/>
          </a:p>
        </p:txBody>
      </p:sp>
      <p:sp>
        <p:nvSpPr>
          <p:cNvPr id="8" name="サブタイトル 2"/>
          <p:cNvSpPr>
            <a:spLocks noGrp="1"/>
          </p:cNvSpPr>
          <p:nvPr>
            <p:ph type="subTitle" idx="1"/>
          </p:nvPr>
        </p:nvSpPr>
        <p:spPr>
          <a:xfrm>
            <a:off x="3428981" y="5127643"/>
            <a:ext cx="8534400" cy="508001"/>
          </a:xfrm>
        </p:spPr>
        <p:txBody>
          <a:bodyPr/>
          <a:lstStyle>
            <a:lvl1pPr marL="0" indent="0" algn="r">
              <a:buNone/>
              <a:defRPr sz="2800">
                <a:solidFill>
                  <a:schemeClr val="tx1">
                    <a:tint val="75000"/>
                  </a:schemeClr>
                </a:solidFill>
                <a:latin typeface="MS UI Gothic" pitchFamily="50" charset="-128"/>
                <a:ea typeface="MS UI Gothic" pitchFamily="50" charset="-12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endParaRPr kumimoji="1" lang="ja-JP" altLang="en-US" dirty="0"/>
          </a:p>
        </p:txBody>
      </p:sp>
      <p:sp>
        <p:nvSpPr>
          <p:cNvPr id="9" name="正方形/長方形 8"/>
          <p:cNvSpPr/>
          <p:nvPr/>
        </p:nvSpPr>
        <p:spPr>
          <a:xfrm>
            <a:off x="8166115" y="4484701"/>
            <a:ext cx="2209816"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10356880" y="4484700"/>
            <a:ext cx="1809720" cy="214314"/>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5213344" y="4591858"/>
            <a:ext cx="4591083"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p:nvSpPr>
        <p:spPr>
          <a:xfrm>
            <a:off x="1974822" y="4484702"/>
            <a:ext cx="619129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7499360" y="4699014"/>
            <a:ext cx="2857520" cy="214314"/>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6451603" y="4699015"/>
            <a:ext cx="1047757"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10356880" y="4699015"/>
            <a:ext cx="1809720"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p:nvSpPr>
        <p:spPr>
          <a:xfrm>
            <a:off x="10833134" y="4913329"/>
            <a:ext cx="76200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スライド番号プレースホルダ 5"/>
          <p:cNvSpPr>
            <a:spLocks noGrp="1"/>
          </p:cNvSpPr>
          <p:nvPr>
            <p:ph type="sldNum" sz="quarter" idx="4"/>
          </p:nvPr>
        </p:nvSpPr>
        <p:spPr>
          <a:xfrm>
            <a:off x="285709" y="6429397"/>
            <a:ext cx="857256" cy="365125"/>
          </a:xfrm>
          <a:prstGeom prst="rect">
            <a:avLst/>
          </a:prstGeom>
        </p:spPr>
        <p:txBody>
          <a:bodyPr/>
          <a:lstStyle>
            <a:lvl1pPr algn="l">
              <a:defRPr/>
            </a:lvl1pPr>
          </a:lstStyle>
          <a:p>
            <a:fld id="{4C169CC0-D762-45DA-AAFE-26306989BF4D}" type="slidenum">
              <a:rPr kumimoji="1" lang="ja-JP" altLang="en-US" smtClean="0"/>
              <a:t>‹#›</a:t>
            </a:fld>
            <a:endParaRPr kumimoji="1" lang="ja-JP" altLang="en-US"/>
          </a:p>
        </p:txBody>
      </p:sp>
    </p:spTree>
    <p:extLst>
      <p:ext uri="{BB962C8B-B14F-4D97-AF65-F5344CB8AC3E}">
        <p14:creationId xmlns:p14="http://schemas.microsoft.com/office/powerpoint/2010/main" val="40018745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2 つのコンテンツ">
    <p:spTree>
      <p:nvGrpSpPr>
        <p:cNvPr id="1" name=""/>
        <p:cNvGrpSpPr/>
        <p:nvPr/>
      </p:nvGrpSpPr>
      <p:grpSpPr>
        <a:xfrm>
          <a:off x="0" y="0"/>
          <a:ext cx="0" cy="0"/>
          <a:chOff x="0" y="0"/>
          <a:chExt cx="0" cy="0"/>
        </a:xfrm>
      </p:grpSpPr>
      <p:sp>
        <p:nvSpPr>
          <p:cNvPr id="8" name="タイトル 1"/>
          <p:cNvSpPr>
            <a:spLocks noGrp="1"/>
          </p:cNvSpPr>
          <p:nvPr>
            <p:ph type="title"/>
          </p:nvPr>
        </p:nvSpPr>
        <p:spPr>
          <a:xfrm>
            <a:off x="285710" y="142852"/>
            <a:ext cx="11620581" cy="725470"/>
          </a:xfrm>
        </p:spPr>
        <p:txBody>
          <a:bodyPr>
            <a:normAutofit/>
          </a:bodyPr>
          <a:lstStyle>
            <a:lvl1pPr algn="l">
              <a:defRPr sz="4000">
                <a:latin typeface="MS UI Gothic" pitchFamily="50" charset="-128"/>
                <a:ea typeface="MS UI Gothic" pitchFamily="50" charset="-128"/>
              </a:defRPr>
            </a:lvl1pPr>
          </a:lstStyle>
          <a:p>
            <a:r>
              <a:rPr kumimoji="1" lang="ja-JP" altLang="en-US"/>
              <a:t>マスター タイトルの書式設定</a:t>
            </a:r>
            <a:endParaRPr kumimoji="1" lang="ja-JP" altLang="en-US" dirty="0"/>
          </a:p>
        </p:txBody>
      </p:sp>
      <p:sp>
        <p:nvSpPr>
          <p:cNvPr id="9" name="正方形/長方形 8"/>
          <p:cNvSpPr/>
          <p:nvPr/>
        </p:nvSpPr>
        <p:spPr>
          <a:xfrm>
            <a:off x="1428717" y="928671"/>
            <a:ext cx="2095515"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12658" y="928670"/>
            <a:ext cx="1416060" cy="142876"/>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2476475" y="1000109"/>
            <a:ext cx="2381267"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p:nvSpPr>
        <p:spPr>
          <a:xfrm>
            <a:off x="3524233" y="928670"/>
            <a:ext cx="4000528" cy="71438"/>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12658" y="1071547"/>
            <a:ext cx="844556"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11036293" y="1000108"/>
            <a:ext cx="1143008"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11988841" y="928671"/>
            <a:ext cx="190459"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コンテンツ プレースホルダ 2"/>
          <p:cNvSpPr>
            <a:spLocks noGrp="1"/>
          </p:cNvSpPr>
          <p:nvPr>
            <p:ph idx="13"/>
          </p:nvPr>
        </p:nvSpPr>
        <p:spPr>
          <a:xfrm>
            <a:off x="285710" y="1285861"/>
            <a:ext cx="5619789" cy="4840303"/>
          </a:xfrm>
        </p:spPr>
        <p:txBody>
          <a:bodyPr/>
          <a:lstStyle>
            <a:lvl1pPr marL="357188" indent="-357188">
              <a:buClr>
                <a:srgbClr val="000000"/>
              </a:buClr>
              <a:buSzPct val="70000"/>
              <a:buFont typeface="ＭＳ Ｐゴシック" pitchFamily="50" charset="-128"/>
              <a:buChar char="▊"/>
              <a:defRPr sz="2800" baseline="0">
                <a:latin typeface="Verdana" pitchFamily="34" charset="0"/>
                <a:ea typeface="MS UI Gothic" pitchFamily="50" charset="-128"/>
              </a:defRPr>
            </a:lvl1pPr>
            <a:lvl2pPr marL="712788" indent="-273050">
              <a:buClr>
                <a:srgbClr val="CC0C0C"/>
              </a:buClr>
              <a:buSzPct val="90000"/>
              <a:buFontTx/>
              <a:buBlip>
                <a:blip r:embed="rId2"/>
              </a:buBlip>
              <a:defRPr sz="2400" baseline="0">
                <a:latin typeface="Verdana" pitchFamily="34" charset="0"/>
                <a:ea typeface="MS UI Gothic" pitchFamily="50" charset="-128"/>
              </a:defRPr>
            </a:lvl2pPr>
            <a:lvl3pPr marL="1079500" indent="-265113">
              <a:buClr>
                <a:schemeClr val="tx1">
                  <a:lumMod val="75000"/>
                  <a:lumOff val="25000"/>
                </a:schemeClr>
              </a:buClr>
              <a:buSzPct val="80000"/>
              <a:buFont typeface="Wingdings" pitchFamily="2" charset="2"/>
              <a:buChar char="n"/>
              <a:defRPr sz="2000" baseline="0">
                <a:latin typeface="Verdana" pitchFamily="34" charset="0"/>
                <a:ea typeface="MS UI Gothic" pitchFamily="50" charset="-128"/>
              </a:defRPr>
            </a:lvl3pPr>
            <a:lvl4pPr marL="1347788" indent="-228600">
              <a:buClr>
                <a:srgbClr val="CC0C0C"/>
              </a:buClr>
              <a:buSzPct val="90000"/>
              <a:buFont typeface="Wingdings" pitchFamily="2" charset="2"/>
              <a:buChar char="l"/>
              <a:defRPr sz="1800" baseline="0">
                <a:latin typeface="Verdana" pitchFamily="34" charset="0"/>
                <a:ea typeface="MS UI Gothic" pitchFamily="50" charset="-128"/>
              </a:defRPr>
            </a:lvl4pPr>
            <a:lvl5pPr marL="1616075" indent="-228600">
              <a:buClr>
                <a:schemeClr val="tx1">
                  <a:lumMod val="65000"/>
                  <a:lumOff val="35000"/>
                </a:schemeClr>
              </a:buClr>
              <a:buSzPct val="80000"/>
              <a:buFontTx/>
              <a:buBlip>
                <a:blip r:embed="rId3"/>
              </a:buBlip>
              <a:defRPr sz="1800" baseline="0">
                <a:latin typeface="Verdana" pitchFamily="34" charset="0"/>
                <a:ea typeface="MS UI Gothic"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8" name="コンテンツ プレースホルダ 2"/>
          <p:cNvSpPr>
            <a:spLocks noGrp="1"/>
          </p:cNvSpPr>
          <p:nvPr>
            <p:ph idx="14"/>
          </p:nvPr>
        </p:nvSpPr>
        <p:spPr>
          <a:xfrm>
            <a:off x="6286502" y="1285861"/>
            <a:ext cx="5619789" cy="4840303"/>
          </a:xfrm>
        </p:spPr>
        <p:txBody>
          <a:bodyPr/>
          <a:lstStyle>
            <a:lvl1pPr marL="357188" indent="-357188">
              <a:buClr>
                <a:srgbClr val="000000"/>
              </a:buClr>
              <a:buSzPct val="70000"/>
              <a:buFont typeface="ＭＳ Ｐゴシック" pitchFamily="50" charset="-128"/>
              <a:buChar char="▊"/>
              <a:defRPr sz="2800" baseline="0">
                <a:latin typeface="Verdana" pitchFamily="34" charset="0"/>
                <a:ea typeface="MS UI Gothic" pitchFamily="50" charset="-128"/>
              </a:defRPr>
            </a:lvl1pPr>
            <a:lvl2pPr marL="712788" indent="-273050">
              <a:buClr>
                <a:srgbClr val="CC0C0C"/>
              </a:buClr>
              <a:buSzPct val="90000"/>
              <a:buFontTx/>
              <a:buBlip>
                <a:blip r:embed="rId2"/>
              </a:buBlip>
              <a:defRPr sz="2400" baseline="0">
                <a:latin typeface="Verdana" pitchFamily="34" charset="0"/>
                <a:ea typeface="MS UI Gothic" pitchFamily="50" charset="-128"/>
              </a:defRPr>
            </a:lvl2pPr>
            <a:lvl3pPr marL="1079500" indent="-265113">
              <a:buClr>
                <a:schemeClr val="tx1">
                  <a:lumMod val="75000"/>
                  <a:lumOff val="25000"/>
                </a:schemeClr>
              </a:buClr>
              <a:buSzPct val="80000"/>
              <a:buFont typeface="Wingdings" pitchFamily="2" charset="2"/>
              <a:buChar char="n"/>
              <a:defRPr sz="2000" baseline="0">
                <a:latin typeface="Verdana" pitchFamily="34" charset="0"/>
                <a:ea typeface="MS UI Gothic" pitchFamily="50" charset="-128"/>
              </a:defRPr>
            </a:lvl3pPr>
            <a:lvl4pPr marL="1347788" indent="-228600">
              <a:buClr>
                <a:srgbClr val="CC0C0C"/>
              </a:buClr>
              <a:buSzPct val="90000"/>
              <a:buFont typeface="Wingdings" pitchFamily="2" charset="2"/>
              <a:buChar char="l"/>
              <a:defRPr sz="1800" baseline="0">
                <a:latin typeface="Verdana" pitchFamily="34" charset="0"/>
                <a:ea typeface="MS UI Gothic" pitchFamily="50" charset="-128"/>
              </a:defRPr>
            </a:lvl4pPr>
            <a:lvl5pPr marL="1616075" indent="-228600">
              <a:buClr>
                <a:schemeClr val="tx1">
                  <a:lumMod val="65000"/>
                  <a:lumOff val="35000"/>
                </a:schemeClr>
              </a:buClr>
              <a:buSzPct val="80000"/>
              <a:buFontTx/>
              <a:buBlip>
                <a:blip r:embed="rId3"/>
              </a:buBlip>
              <a:defRPr sz="1800" baseline="0">
                <a:latin typeface="Verdana" pitchFamily="34" charset="0"/>
                <a:ea typeface="MS UI Gothic"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0" name="スライド番号プレースホルダ 5"/>
          <p:cNvSpPr>
            <a:spLocks noGrp="1"/>
          </p:cNvSpPr>
          <p:nvPr>
            <p:ph type="sldNum" sz="quarter" idx="4"/>
          </p:nvPr>
        </p:nvSpPr>
        <p:spPr>
          <a:xfrm>
            <a:off x="285709" y="6429397"/>
            <a:ext cx="857256" cy="365125"/>
          </a:xfrm>
          <a:prstGeom prst="rect">
            <a:avLst/>
          </a:prstGeom>
        </p:spPr>
        <p:txBody>
          <a:bodyPr/>
          <a:lstStyle>
            <a:lvl1pPr algn="l">
              <a:defRPr/>
            </a:lvl1pPr>
          </a:lstStyle>
          <a:p>
            <a:fld id="{4C169CC0-D762-45DA-AAFE-26306989BF4D}" type="slidenum">
              <a:rPr kumimoji="1" lang="ja-JP" altLang="en-US" smtClean="0"/>
              <a:t>‹#›</a:t>
            </a:fld>
            <a:endParaRPr kumimoji="1" lang="ja-JP" altLang="en-US"/>
          </a:p>
        </p:txBody>
      </p:sp>
    </p:spTree>
    <p:extLst>
      <p:ext uri="{BB962C8B-B14F-4D97-AF65-F5344CB8AC3E}">
        <p14:creationId xmlns:p14="http://schemas.microsoft.com/office/powerpoint/2010/main" val="3208499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2000221" y="3127380"/>
            <a:ext cx="10001320" cy="1285883"/>
          </a:xfrm>
        </p:spPr>
        <p:txBody>
          <a:bodyPr anchor="b" anchorCtr="0">
            <a:normAutofit/>
          </a:bodyPr>
          <a:lstStyle>
            <a:lvl1pPr algn="r">
              <a:defRPr sz="4000">
                <a:latin typeface="+mn-ea"/>
                <a:ea typeface="+mn-ea"/>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2000221" y="5127643"/>
            <a:ext cx="9963160" cy="508001"/>
          </a:xfrm>
        </p:spPr>
        <p:txBody>
          <a:bodyPr/>
          <a:lstStyle>
            <a:lvl1pPr marL="0" indent="0" algn="r">
              <a:buNone/>
              <a:defRPr sz="2800">
                <a:solidFill>
                  <a:schemeClr val="tx1">
                    <a:tint val="75000"/>
                  </a:schemeClr>
                </a:solidFill>
                <a:latin typeface="+mn-ea"/>
                <a:ea typeface="+mn-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endParaRPr kumimoji="1" lang="ja-JP" altLang="en-US" dirty="0"/>
          </a:p>
        </p:txBody>
      </p:sp>
      <p:sp>
        <p:nvSpPr>
          <p:cNvPr id="7" name="正方形/長方形 6"/>
          <p:cNvSpPr/>
          <p:nvPr/>
        </p:nvSpPr>
        <p:spPr>
          <a:xfrm>
            <a:off x="8166115" y="4484701"/>
            <a:ext cx="2209816"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10356880" y="4484700"/>
            <a:ext cx="1809720" cy="214314"/>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p:nvSpPr>
        <p:spPr>
          <a:xfrm>
            <a:off x="5213344" y="4591858"/>
            <a:ext cx="4591083"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1974822" y="4484702"/>
            <a:ext cx="619129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7499360" y="4699014"/>
            <a:ext cx="2857520" cy="214314"/>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p:nvSpPr>
        <p:spPr>
          <a:xfrm>
            <a:off x="6451603" y="4699015"/>
            <a:ext cx="1047757"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10356880" y="4699015"/>
            <a:ext cx="1809720"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10833134" y="4913329"/>
            <a:ext cx="76200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日付プレースホルダ 14"/>
          <p:cNvSpPr>
            <a:spLocks noGrp="1"/>
          </p:cNvSpPr>
          <p:nvPr>
            <p:ph type="dt" sz="half" idx="10"/>
          </p:nvPr>
        </p:nvSpPr>
        <p:spPr>
          <a:xfrm>
            <a:off x="10477531" y="5707082"/>
            <a:ext cx="1524011" cy="365125"/>
          </a:xfrm>
          <a:prstGeom prst="rect">
            <a:avLst/>
          </a:prstGeom>
        </p:spPr>
        <p:txBody>
          <a:bodyPr/>
          <a:lstStyle>
            <a:lvl1pPr>
              <a:defRPr sz="1400">
                <a:latin typeface="メイリオ" pitchFamily="50" charset="-128"/>
                <a:ea typeface="メイリオ" pitchFamily="50" charset="-128"/>
              </a:defRPr>
            </a:lvl1pPr>
          </a:lstStyle>
          <a:p>
            <a:fld id="{1EDC9CEA-8353-49A9-A8B0-BEB697459307}" type="datetimeFigureOut">
              <a:rPr kumimoji="1" lang="ja-JP" altLang="en-US" smtClean="0"/>
              <a:t>2026/2/18</a:t>
            </a:fld>
            <a:endParaRPr kumimoji="1" lang="ja-JP" altLang="en-US"/>
          </a:p>
        </p:txBody>
      </p:sp>
      <p:sp>
        <p:nvSpPr>
          <p:cNvPr id="19" name="テキスト ボックス 18"/>
          <p:cNvSpPr txBox="1"/>
          <p:nvPr/>
        </p:nvSpPr>
        <p:spPr>
          <a:xfrm>
            <a:off x="870283" y="1294614"/>
            <a:ext cx="2364429" cy="276999"/>
          </a:xfrm>
          <a:prstGeom prst="rect">
            <a:avLst/>
          </a:prstGeom>
          <a:noFill/>
        </p:spPr>
        <p:txBody>
          <a:bodyPr wrap="none" rtlCol="0">
            <a:spAutoFit/>
          </a:bodyPr>
          <a:lstStyle/>
          <a:p>
            <a:pPr algn="ctr"/>
            <a:r>
              <a:rPr kumimoji="1" lang="en-US" altLang="ja-JP" sz="1200" baseline="0" dirty="0">
                <a:solidFill>
                  <a:schemeClr val="tx1">
                    <a:lumMod val="75000"/>
                    <a:lumOff val="25000"/>
                  </a:schemeClr>
                </a:solidFill>
                <a:latin typeface="Verdana" pitchFamily="34" charset="0"/>
              </a:rPr>
              <a:t>http://www.exmotion.co.jp/</a:t>
            </a:r>
            <a:endParaRPr kumimoji="1" lang="ja-JP" altLang="en-US" sz="1200" baseline="0" dirty="0">
              <a:solidFill>
                <a:schemeClr val="tx1">
                  <a:lumMod val="75000"/>
                  <a:lumOff val="25000"/>
                </a:schemeClr>
              </a:solidFill>
              <a:latin typeface="Verdana" pitchFamily="34" charset="0"/>
            </a:endParaRPr>
          </a:p>
        </p:txBody>
      </p:sp>
      <p:pic>
        <p:nvPicPr>
          <p:cNvPr id="1027" name="Picture 3" descr="C:\Documents and Settings\yuji.miwa\My Documents\My Pictures\00_EXM\キャッチコピー【あり】\logo_m.gif"/>
          <p:cNvPicPr>
            <a:picLocks noChangeAspect="1" noChangeArrowheads="1"/>
          </p:cNvPicPr>
          <p:nvPr/>
        </p:nvPicPr>
        <p:blipFill>
          <a:blip r:embed="rId2" cstate="print"/>
          <a:srcRect/>
          <a:stretch>
            <a:fillRect/>
          </a:stretch>
        </p:blipFill>
        <p:spPr bwMode="auto">
          <a:xfrm>
            <a:off x="476211" y="285728"/>
            <a:ext cx="3124200" cy="1009650"/>
          </a:xfrm>
          <a:prstGeom prst="rect">
            <a:avLst/>
          </a:prstGeom>
          <a:noFill/>
        </p:spPr>
      </p:pic>
      <p:sp>
        <p:nvSpPr>
          <p:cNvPr id="16" name="正方形/長方形 15"/>
          <p:cNvSpPr/>
          <p:nvPr/>
        </p:nvSpPr>
        <p:spPr>
          <a:xfrm>
            <a:off x="8166115" y="4484701"/>
            <a:ext cx="2209816"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p:nvSpPr>
        <p:spPr>
          <a:xfrm>
            <a:off x="10356880" y="4484700"/>
            <a:ext cx="1809720" cy="214314"/>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p:cNvSpPr/>
          <p:nvPr/>
        </p:nvSpPr>
        <p:spPr>
          <a:xfrm>
            <a:off x="5213344" y="4591858"/>
            <a:ext cx="4591083"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p:nvSpPr>
        <p:spPr>
          <a:xfrm>
            <a:off x="1974822" y="4484702"/>
            <a:ext cx="619129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p:cNvSpPr/>
          <p:nvPr/>
        </p:nvSpPr>
        <p:spPr>
          <a:xfrm>
            <a:off x="7499360" y="4699014"/>
            <a:ext cx="2857520" cy="214314"/>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p:cNvSpPr/>
          <p:nvPr/>
        </p:nvSpPr>
        <p:spPr>
          <a:xfrm>
            <a:off x="6451603" y="4699015"/>
            <a:ext cx="1047757"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p:nvSpPr>
        <p:spPr>
          <a:xfrm>
            <a:off x="10356880" y="4699015"/>
            <a:ext cx="1809720"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p:nvSpPr>
        <p:spPr>
          <a:xfrm>
            <a:off x="10833134" y="4913329"/>
            <a:ext cx="76200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p:cNvSpPr txBox="1"/>
          <p:nvPr/>
        </p:nvSpPr>
        <p:spPr>
          <a:xfrm>
            <a:off x="870283" y="1294614"/>
            <a:ext cx="2364429" cy="276999"/>
          </a:xfrm>
          <a:prstGeom prst="rect">
            <a:avLst/>
          </a:prstGeom>
          <a:noFill/>
        </p:spPr>
        <p:txBody>
          <a:bodyPr wrap="none" rtlCol="0">
            <a:spAutoFit/>
          </a:bodyPr>
          <a:lstStyle/>
          <a:p>
            <a:pPr algn="ctr"/>
            <a:r>
              <a:rPr kumimoji="1" lang="en-US" altLang="ja-JP" sz="1200" baseline="0" dirty="0">
                <a:solidFill>
                  <a:schemeClr val="tx1">
                    <a:lumMod val="75000"/>
                    <a:lumOff val="25000"/>
                  </a:schemeClr>
                </a:solidFill>
                <a:latin typeface="Verdana" pitchFamily="34" charset="0"/>
              </a:rPr>
              <a:t>http://www.exmotion.co.jp/</a:t>
            </a:r>
            <a:endParaRPr kumimoji="1" lang="ja-JP" altLang="en-US" sz="1200" baseline="0" dirty="0">
              <a:solidFill>
                <a:schemeClr val="tx1">
                  <a:lumMod val="75000"/>
                  <a:lumOff val="25000"/>
                </a:schemeClr>
              </a:solidFill>
              <a:latin typeface="Verdana" pitchFamily="34" charset="0"/>
            </a:endParaRPr>
          </a:p>
        </p:txBody>
      </p:sp>
      <p:pic>
        <p:nvPicPr>
          <p:cNvPr id="26" name="Picture 3" descr="C:\Documents and Settings\yuji.miwa\My Documents\My Pictures\00_EXM\キャッチコピー【あり】\logo_m.gif"/>
          <p:cNvPicPr>
            <a:picLocks noChangeAspect="1" noChangeArrowheads="1"/>
          </p:cNvPicPr>
          <p:nvPr/>
        </p:nvPicPr>
        <p:blipFill>
          <a:blip r:embed="rId2" cstate="print"/>
          <a:srcRect/>
          <a:stretch>
            <a:fillRect/>
          </a:stretch>
        </p:blipFill>
        <p:spPr bwMode="auto">
          <a:xfrm>
            <a:off x="476211" y="285728"/>
            <a:ext cx="3124200" cy="1009650"/>
          </a:xfrm>
          <a:prstGeom prst="rect">
            <a:avLst/>
          </a:prstGeom>
          <a:noFill/>
        </p:spPr>
      </p:pic>
    </p:spTree>
    <p:extLst>
      <p:ext uri="{BB962C8B-B14F-4D97-AF65-F5344CB8AC3E}">
        <p14:creationId xmlns:p14="http://schemas.microsoft.com/office/powerpoint/2010/main" val="596907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9" name="フッター プレースホルダ 16"/>
          <p:cNvSpPr txBox="1">
            <a:spLocks/>
          </p:cNvSpPr>
          <p:nvPr/>
        </p:nvSpPr>
        <p:spPr>
          <a:xfrm>
            <a:off x="8001013" y="6412721"/>
            <a:ext cx="3714776" cy="357166"/>
          </a:xfrm>
          <a:prstGeom prst="rect">
            <a:avLst/>
          </a:prstGeom>
        </p:spPr>
        <p:txBody>
          <a:bodyPr/>
          <a:lstStyle>
            <a:lvl1pPr algn="ctr">
              <a:defRPr sz="1050" baseline="0">
                <a:latin typeface="Verdana"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chemeClr val="tx1"/>
                </a:solidFill>
                <a:effectLst/>
                <a:uLnTx/>
                <a:uFillTx/>
                <a:latin typeface="メイリオ" pitchFamily="50" charset="-128"/>
                <a:ea typeface="メイリオ" pitchFamily="50" charset="-128"/>
                <a:cs typeface="+mn-cs"/>
              </a:rPr>
              <a:t>Copyright © 2025 eXmotion Co., Ltd.</a:t>
            </a:r>
          </a:p>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chemeClr val="tx1"/>
                </a:solidFill>
                <a:effectLst/>
                <a:uLnTx/>
                <a:uFillTx/>
                <a:latin typeface="メイリオ" pitchFamily="50" charset="-128"/>
                <a:ea typeface="メイリオ" pitchFamily="50" charset="-128"/>
                <a:cs typeface="+mn-cs"/>
              </a:rPr>
              <a:t>All rights reserved.</a:t>
            </a:r>
            <a:endParaRPr kumimoji="1" lang="ja-JP" altLang="en-US" sz="1050" b="0" i="0" u="none" strike="noStrike" kern="1200" cap="none" spc="0" normalizeH="0" baseline="0" noProof="0" dirty="0">
              <a:ln>
                <a:noFill/>
              </a:ln>
              <a:solidFill>
                <a:schemeClr val="tx1"/>
              </a:solidFill>
              <a:effectLst/>
              <a:uLnTx/>
              <a:uFillTx/>
              <a:latin typeface="メイリオ" pitchFamily="50" charset="-128"/>
              <a:ea typeface="メイリオ" pitchFamily="50" charset="-128"/>
              <a:cs typeface="+mn-cs"/>
            </a:endParaRPr>
          </a:p>
        </p:txBody>
      </p:sp>
      <p:pic>
        <p:nvPicPr>
          <p:cNvPr id="7" name="Picture 2" descr="C:\Documents and Settings\yuji.miwa\My Documents\My Pictures\00_EXM\X_回転\10sec_small.gif">
            <a:extLst>
              <a:ext uri="{FF2B5EF4-FFF2-40B4-BE49-F238E27FC236}">
                <a16:creationId xmlns:a16="http://schemas.microsoft.com/office/drawing/2014/main" id="{ED233246-B944-47FE-A012-29300EB23430}"/>
              </a:ext>
            </a:extLst>
          </p:cNvPr>
          <p:cNvPicPr>
            <a:picLocks noChangeAspect="1" noChangeArrowheads="1" noCrop="1"/>
          </p:cNvPicPr>
          <p:nvPr/>
        </p:nvPicPr>
        <p:blipFill>
          <a:blip r:embed="rId16" cstate="print"/>
          <a:srcRect/>
          <a:stretch>
            <a:fillRect/>
          </a:stretch>
        </p:blipFill>
        <p:spPr bwMode="auto">
          <a:xfrm>
            <a:off x="11708130" y="6370320"/>
            <a:ext cx="476250" cy="476250"/>
          </a:xfrm>
          <a:prstGeom prst="rect">
            <a:avLst/>
          </a:prstGeom>
          <a:noFill/>
        </p:spPr>
      </p:pic>
      <p:sp>
        <p:nvSpPr>
          <p:cNvPr id="4" name="テキスト ボックス 3">
            <a:extLst>
              <a:ext uri="{FF2B5EF4-FFF2-40B4-BE49-F238E27FC236}">
                <a16:creationId xmlns:a16="http://schemas.microsoft.com/office/drawing/2014/main" id="{ECA5B662-95F9-45AF-83E1-4DEE1C5A3340}"/>
              </a:ext>
            </a:extLst>
          </p:cNvPr>
          <p:cNvSpPr txBox="1"/>
          <p:nvPr/>
        </p:nvSpPr>
        <p:spPr>
          <a:xfrm>
            <a:off x="285709" y="6413770"/>
            <a:ext cx="582930" cy="338554"/>
          </a:xfrm>
          <a:prstGeom prst="rect">
            <a:avLst/>
          </a:prstGeom>
          <a:noFill/>
        </p:spPr>
        <p:txBody>
          <a:bodyPr wrap="square" rtlCol="0">
            <a:spAutoFit/>
          </a:bodyPr>
          <a:lstStyle/>
          <a:p>
            <a:fld id="{C3177A3D-317D-4B67-B1BC-79E0A74D6679}" type="slidenum">
              <a:rPr lang="ja-JP" altLang="en-US" sz="1600" smtClean="0">
                <a:latin typeface="+mn-ea"/>
                <a:ea typeface="+mn-ea"/>
              </a:rPr>
              <a:pPr/>
              <a:t>‹#›</a:t>
            </a:fld>
            <a:endParaRPr kumimoji="1" lang="ja-JP" altLang="en-US" sz="1600" dirty="0">
              <a:latin typeface="+mn-ea"/>
              <a:ea typeface="+mn-ea"/>
            </a:endParaRPr>
          </a:p>
        </p:txBody>
      </p:sp>
    </p:spTree>
    <p:extLst>
      <p:ext uri="{BB962C8B-B14F-4D97-AF65-F5344CB8AC3E}">
        <p14:creationId xmlns:p14="http://schemas.microsoft.com/office/powerpoint/2010/main" val="14527957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ctr" defTabSz="914400" rtl="0" eaLnBrk="1" latinLnBrk="0" hangingPunct="1">
        <a:spcBef>
          <a:spcPct val="0"/>
        </a:spcBef>
        <a:buNone/>
        <a:defRPr kumimoji="1" sz="4400" kern="1200">
          <a:solidFill>
            <a:schemeClr val="tx1"/>
          </a:solidFill>
          <a:latin typeface="+mn-ea"/>
          <a:ea typeface="+mn-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ea"/>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ea"/>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ea"/>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ea"/>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ea"/>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C7E24E-24CD-6B7F-1F7C-64252930EBF7}"/>
              </a:ext>
            </a:extLst>
          </p:cNvPr>
          <p:cNvSpPr>
            <a:spLocks noGrp="1"/>
          </p:cNvSpPr>
          <p:nvPr>
            <p:ph type="title"/>
          </p:nvPr>
        </p:nvSpPr>
        <p:spPr/>
        <p:txBody>
          <a:bodyPr/>
          <a:lstStyle/>
          <a:p>
            <a:r>
              <a:rPr kumimoji="1" lang="ja-JP" altLang="en-US" dirty="0"/>
              <a:t>解説書作成の精度向上案</a:t>
            </a:r>
          </a:p>
        </p:txBody>
      </p:sp>
      <p:sp>
        <p:nvSpPr>
          <p:cNvPr id="3" name="コンテンツ プレースホルダー 2">
            <a:extLst>
              <a:ext uri="{FF2B5EF4-FFF2-40B4-BE49-F238E27FC236}">
                <a16:creationId xmlns:a16="http://schemas.microsoft.com/office/drawing/2014/main" id="{8828A301-986E-434E-25B8-76023999944B}"/>
              </a:ext>
            </a:extLst>
          </p:cNvPr>
          <p:cNvSpPr>
            <a:spLocks noGrp="1"/>
          </p:cNvSpPr>
          <p:nvPr>
            <p:ph idx="1"/>
          </p:nvPr>
        </p:nvSpPr>
        <p:spPr>
          <a:xfrm>
            <a:off x="285710" y="1285860"/>
            <a:ext cx="11620581" cy="1165705"/>
          </a:xfrm>
        </p:spPr>
        <p:txBody>
          <a:bodyPr>
            <a:normAutofit/>
          </a:bodyPr>
          <a:lstStyle/>
          <a:p>
            <a:r>
              <a:rPr lang="ja-JP" altLang="en-US" dirty="0"/>
              <a:t>ファイル間の関係性を</a:t>
            </a:r>
            <a:r>
              <a:rPr lang="en-US" altLang="ja-JP" dirty="0"/>
              <a:t>LLM</a:t>
            </a:r>
            <a:r>
              <a:rPr lang="ja-JP" altLang="en-US" dirty="0"/>
              <a:t>に与えることで解説作成の精度を上げる</a:t>
            </a:r>
            <a:endParaRPr lang="en-US" altLang="ja-JP" dirty="0"/>
          </a:p>
          <a:p>
            <a:pPr lvl="1"/>
            <a:r>
              <a:rPr lang="ja-JP" altLang="en-US" dirty="0"/>
              <a:t>フォルダ内の機能仕様書ファイルを同じ情報のレベルで扱っている</a:t>
            </a:r>
            <a:endParaRPr lang="en-US" altLang="ja-JP" dirty="0"/>
          </a:p>
          <a:p>
            <a:pPr lvl="1">
              <a:buFont typeface="Wingdings" panose="05000000000000000000" pitchFamily="2" charset="2"/>
              <a:buChar char="Ø"/>
            </a:pPr>
            <a:r>
              <a:rPr lang="ja-JP" altLang="en-US" dirty="0"/>
              <a:t>機能仕様書ファイルには種類があるため、関係を明示的に与えて解説書を作成する</a:t>
            </a:r>
            <a:endParaRPr lang="en-US" altLang="ja-JP" dirty="0"/>
          </a:p>
        </p:txBody>
      </p:sp>
      <p:sp>
        <p:nvSpPr>
          <p:cNvPr id="10" name="コンテンツ プレースホルダー 2">
            <a:extLst>
              <a:ext uri="{FF2B5EF4-FFF2-40B4-BE49-F238E27FC236}">
                <a16:creationId xmlns:a16="http://schemas.microsoft.com/office/drawing/2014/main" id="{DC92019A-C704-65A5-9837-BD7C145E34F4}"/>
              </a:ext>
            </a:extLst>
          </p:cNvPr>
          <p:cNvSpPr txBox="1">
            <a:spLocks/>
          </p:cNvSpPr>
          <p:nvPr/>
        </p:nvSpPr>
        <p:spPr>
          <a:xfrm>
            <a:off x="285709" y="5044908"/>
            <a:ext cx="11620581" cy="1167183"/>
          </a:xfrm>
          <a:prstGeom prst="rect">
            <a:avLst/>
          </a:prstGeom>
        </p:spPr>
        <p:txBody>
          <a:bodyPr vert="horz" lIns="91440" tIns="45720" rIns="91440" bIns="45720" rtlCol="0">
            <a:normAutofit/>
          </a:bodyPr>
          <a:lstStyle>
            <a:lvl1pPr marL="357188" indent="-357188" algn="l" defTabSz="914400" rtl="0" eaLnBrk="1" latinLnBrk="0" hangingPunct="1">
              <a:spcBef>
                <a:spcPct val="20000"/>
              </a:spcBef>
              <a:buClr>
                <a:srgbClr val="C00000"/>
              </a:buClr>
              <a:buSzPct val="70000"/>
              <a:buFont typeface="ＭＳ Ｐゴシック" pitchFamily="50" charset="-128"/>
              <a:buChar char="▊"/>
              <a:defRPr kumimoji="1" sz="2000" kern="1200" baseline="0">
                <a:solidFill>
                  <a:schemeClr val="tx1"/>
                </a:solidFill>
                <a:latin typeface="+mn-ea"/>
                <a:ea typeface="+mn-ea"/>
                <a:cs typeface="+mn-cs"/>
              </a:defRPr>
            </a:lvl1pPr>
            <a:lvl2pPr marL="712788" indent="-273050" algn="l" defTabSz="914400" rtl="0" eaLnBrk="1" latinLnBrk="0" hangingPunct="1">
              <a:spcBef>
                <a:spcPct val="20000"/>
              </a:spcBef>
              <a:buClr>
                <a:srgbClr val="CC0C0C"/>
              </a:buClr>
              <a:buSzPct val="90000"/>
              <a:buFontTx/>
              <a:buBlip>
                <a:blip r:embed="rId2"/>
              </a:buBlip>
              <a:defRPr kumimoji="1" sz="1800" kern="1200" baseline="0">
                <a:solidFill>
                  <a:schemeClr val="tx1"/>
                </a:solidFill>
                <a:latin typeface="+mn-ea"/>
                <a:ea typeface="+mn-ea"/>
                <a:cs typeface="+mn-cs"/>
              </a:defRPr>
            </a:lvl2pPr>
            <a:lvl3pPr marL="1079500" indent="-265113" algn="l" defTabSz="914400" rtl="0" eaLnBrk="1" latinLnBrk="0" hangingPunct="1">
              <a:spcBef>
                <a:spcPct val="20000"/>
              </a:spcBef>
              <a:buClr>
                <a:srgbClr val="C00000"/>
              </a:buClr>
              <a:buSzPct val="80000"/>
              <a:buFont typeface="Wingdings" pitchFamily="2" charset="2"/>
              <a:buChar char="n"/>
              <a:defRPr kumimoji="1" sz="1600" kern="1200" baseline="0">
                <a:solidFill>
                  <a:schemeClr val="tx1"/>
                </a:solidFill>
                <a:latin typeface="+mn-ea"/>
                <a:ea typeface="+mn-ea"/>
                <a:cs typeface="+mn-cs"/>
              </a:defRPr>
            </a:lvl3pPr>
            <a:lvl4pPr marL="1347788" indent="-228600" algn="l" defTabSz="914400" rtl="0" eaLnBrk="1" latinLnBrk="0" hangingPunct="1">
              <a:spcBef>
                <a:spcPct val="20000"/>
              </a:spcBef>
              <a:buClr>
                <a:srgbClr val="CC0C0C"/>
              </a:buClr>
              <a:buSzPct val="90000"/>
              <a:buFont typeface="Wingdings" pitchFamily="2" charset="2"/>
              <a:buChar char="l"/>
              <a:defRPr kumimoji="1" sz="1400" kern="1200" baseline="0">
                <a:solidFill>
                  <a:schemeClr val="tx1"/>
                </a:solidFill>
                <a:latin typeface="+mn-ea"/>
                <a:ea typeface="+mn-ea"/>
                <a:cs typeface="+mn-cs"/>
              </a:defRPr>
            </a:lvl4pPr>
            <a:lvl5pPr marL="1616075" indent="-228600" algn="l" defTabSz="914400" rtl="0" eaLnBrk="1" latinLnBrk="0" hangingPunct="1">
              <a:spcBef>
                <a:spcPct val="20000"/>
              </a:spcBef>
              <a:buClr>
                <a:schemeClr val="tx1">
                  <a:lumMod val="65000"/>
                  <a:lumOff val="35000"/>
                </a:schemeClr>
              </a:buClr>
              <a:buSzPct val="80000"/>
              <a:buFontTx/>
              <a:buBlip>
                <a:blip r:embed="rId3"/>
              </a:buBlip>
              <a:defRPr kumimoji="1" sz="1800" kern="1200" baseline="0">
                <a:solidFill>
                  <a:schemeClr val="tx1"/>
                </a:solidFill>
                <a:latin typeface="+mn-ea"/>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fontAlgn="auto">
              <a:spcAft>
                <a:spcPts val="0"/>
              </a:spcAft>
            </a:pPr>
            <a:r>
              <a:rPr lang="ja-JP" altLang="en-US" dirty="0"/>
              <a:t>シートの種類にあった情報抽出を行う</a:t>
            </a:r>
            <a:endParaRPr lang="en-US" altLang="ja-JP" dirty="0"/>
          </a:p>
          <a:p>
            <a:pPr lvl="1" fontAlgn="auto">
              <a:spcAft>
                <a:spcPts val="0"/>
              </a:spcAft>
            </a:pPr>
            <a:r>
              <a:rPr lang="ja-JP" altLang="en-US" dirty="0"/>
              <a:t>シートごとに抽出したい情報（抽出できる情報）が異なるが、同じフォーマットで抽出を行っている</a:t>
            </a:r>
            <a:endParaRPr lang="en-US" altLang="ja-JP" dirty="0"/>
          </a:p>
          <a:p>
            <a:pPr lvl="1" fontAlgn="auto">
              <a:spcAft>
                <a:spcPts val="0"/>
              </a:spcAft>
              <a:buFont typeface="Wingdings" panose="05000000000000000000" pitchFamily="2" charset="2"/>
              <a:buChar char="Ø"/>
            </a:pPr>
            <a:r>
              <a:rPr lang="ja-JP" altLang="en-US" dirty="0"/>
              <a:t>シートごとに適切な抽出フォーマットで情報の抽出を行う</a:t>
            </a:r>
            <a:endParaRPr lang="en-US" altLang="ja-JP" dirty="0"/>
          </a:p>
          <a:p>
            <a:pPr lvl="1" fontAlgn="auto">
              <a:spcAft>
                <a:spcPts val="0"/>
              </a:spcAft>
            </a:pPr>
            <a:endParaRPr lang="en-US" altLang="ja-JP" dirty="0"/>
          </a:p>
        </p:txBody>
      </p:sp>
      <p:grpSp>
        <p:nvGrpSpPr>
          <p:cNvPr id="25" name="グループ化 24">
            <a:extLst>
              <a:ext uri="{FF2B5EF4-FFF2-40B4-BE49-F238E27FC236}">
                <a16:creationId xmlns:a16="http://schemas.microsoft.com/office/drawing/2014/main" id="{4FC85A9C-287F-A6C7-C69A-B6748E5F2D9E}"/>
              </a:ext>
            </a:extLst>
          </p:cNvPr>
          <p:cNvGrpSpPr/>
          <p:nvPr/>
        </p:nvGrpSpPr>
        <p:grpSpPr>
          <a:xfrm>
            <a:off x="2994159" y="2451565"/>
            <a:ext cx="6203682" cy="2245270"/>
            <a:chOff x="2346960" y="2093702"/>
            <a:chExt cx="6203682" cy="2245270"/>
          </a:xfrm>
        </p:grpSpPr>
        <p:pic>
          <p:nvPicPr>
            <p:cNvPr id="8" name="図 7">
              <a:extLst>
                <a:ext uri="{FF2B5EF4-FFF2-40B4-BE49-F238E27FC236}">
                  <a16:creationId xmlns:a16="http://schemas.microsoft.com/office/drawing/2014/main" id="{F706C1E2-CD04-4232-C952-7EA58CA88724}"/>
                </a:ext>
              </a:extLst>
            </p:cNvPr>
            <p:cNvPicPr>
              <a:picLocks noChangeAspect="1"/>
            </p:cNvPicPr>
            <p:nvPr/>
          </p:nvPicPr>
          <p:blipFill>
            <a:blip r:embed="rId4"/>
            <a:stretch>
              <a:fillRect/>
            </a:stretch>
          </p:blipFill>
          <p:spPr>
            <a:xfrm>
              <a:off x="2443480" y="2093702"/>
              <a:ext cx="5705843" cy="1967922"/>
            </a:xfrm>
            <a:prstGeom prst="rect">
              <a:avLst/>
            </a:prstGeom>
          </p:spPr>
        </p:pic>
        <p:sp>
          <p:nvSpPr>
            <p:cNvPr id="11" name="四角形: 角を丸くする 10">
              <a:extLst>
                <a:ext uri="{FF2B5EF4-FFF2-40B4-BE49-F238E27FC236}">
                  <a16:creationId xmlns:a16="http://schemas.microsoft.com/office/drawing/2014/main" id="{29177766-3250-4FB6-DBD4-887CA3DC9E7C}"/>
                </a:ext>
              </a:extLst>
            </p:cNvPr>
            <p:cNvSpPr/>
            <p:nvPr/>
          </p:nvSpPr>
          <p:spPr>
            <a:xfrm>
              <a:off x="2346960" y="2116398"/>
              <a:ext cx="802640" cy="2027597"/>
            </a:xfrm>
            <a:prstGeom prst="round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400" dirty="0">
                <a:solidFill>
                  <a:schemeClr val="tx1"/>
                </a:solidFill>
              </a:endParaRPr>
            </a:p>
          </p:txBody>
        </p:sp>
        <p:cxnSp>
          <p:nvCxnSpPr>
            <p:cNvPr id="13" name="コネクタ: 曲線 12">
              <a:extLst>
                <a:ext uri="{FF2B5EF4-FFF2-40B4-BE49-F238E27FC236}">
                  <a16:creationId xmlns:a16="http://schemas.microsoft.com/office/drawing/2014/main" id="{4ADB08C0-730A-4A0E-7C9E-D1BD711E92AC}"/>
                </a:ext>
              </a:extLst>
            </p:cNvPr>
            <p:cNvCxnSpPr>
              <a:cxnSpLocks/>
              <a:stCxn id="11" idx="2"/>
            </p:cNvCxnSpPr>
            <p:nvPr/>
          </p:nvCxnSpPr>
          <p:spPr>
            <a:xfrm rot="5400000" flipH="1" flipV="1">
              <a:off x="4412623" y="1871336"/>
              <a:ext cx="608315" cy="3937003"/>
            </a:xfrm>
            <a:prstGeom prst="curvedConnector4">
              <a:avLst>
                <a:gd name="adj1" fmla="val -37579"/>
                <a:gd name="adj2" fmla="val 100000"/>
              </a:avLst>
            </a:prstGeom>
            <a:ln w="3810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297460E6-2478-E8C0-462A-B1C8B04F84EA}"/>
                </a:ext>
              </a:extLst>
            </p:cNvPr>
            <p:cNvSpPr txBox="1"/>
            <p:nvPr/>
          </p:nvSpPr>
          <p:spPr>
            <a:xfrm>
              <a:off x="6437563" y="4061973"/>
              <a:ext cx="2113079" cy="276999"/>
            </a:xfrm>
            <a:prstGeom prst="rect">
              <a:avLst/>
            </a:prstGeom>
            <a:noFill/>
          </p:spPr>
          <p:txBody>
            <a:bodyPr wrap="none" rtlCol="0">
              <a:spAutoFit/>
            </a:bodyPr>
            <a:lstStyle/>
            <a:p>
              <a:r>
                <a:rPr kumimoji="1" lang="ja-JP" altLang="en-US" sz="1200" dirty="0">
                  <a:latin typeface="Meiryo UI" panose="020B0604030504040204" pitchFamily="50" charset="-128"/>
                  <a:ea typeface="Meiryo UI" panose="020B0604030504040204" pitchFamily="50" charset="-128"/>
                </a:rPr>
                <a:t>関係性を解説書</a:t>
              </a:r>
              <a:r>
                <a:rPr lang="ja-JP" altLang="en-US" sz="1200" dirty="0">
                  <a:latin typeface="Meiryo UI" panose="020B0604030504040204" pitchFamily="50" charset="-128"/>
                  <a:ea typeface="Meiryo UI" panose="020B0604030504040204" pitchFamily="50" charset="-128"/>
                </a:rPr>
                <a:t>作成時に利用</a:t>
              </a:r>
              <a:endParaRPr kumimoji="1" lang="ja-JP" altLang="en-US" sz="1200" dirty="0">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2648807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B2F018-0558-281E-25F4-3B57FE5B0905}"/>
              </a:ext>
            </a:extLst>
          </p:cNvPr>
          <p:cNvSpPr>
            <a:spLocks noGrp="1"/>
          </p:cNvSpPr>
          <p:nvPr>
            <p:ph type="title"/>
          </p:nvPr>
        </p:nvSpPr>
        <p:spPr/>
        <p:txBody>
          <a:bodyPr/>
          <a:lstStyle/>
          <a:p>
            <a:r>
              <a:rPr kumimoji="1" lang="ja-JP" altLang="en-US" dirty="0"/>
              <a:t>ファイル体系についての認識合わせ</a:t>
            </a:r>
          </a:p>
        </p:txBody>
      </p:sp>
      <p:graphicFrame>
        <p:nvGraphicFramePr>
          <p:cNvPr id="4" name="表 3">
            <a:extLst>
              <a:ext uri="{FF2B5EF4-FFF2-40B4-BE49-F238E27FC236}">
                <a16:creationId xmlns:a16="http://schemas.microsoft.com/office/drawing/2014/main" id="{21D89EBA-A643-CD82-DFA5-EDA4CBF0651E}"/>
              </a:ext>
            </a:extLst>
          </p:cNvPr>
          <p:cNvGraphicFramePr>
            <a:graphicFrameLocks noGrp="1"/>
          </p:cNvGraphicFramePr>
          <p:nvPr>
            <p:extLst>
              <p:ext uri="{D42A27DB-BD31-4B8C-83A1-F6EECF244321}">
                <p14:modId xmlns:p14="http://schemas.microsoft.com/office/powerpoint/2010/main" val="3778300466"/>
              </p:ext>
            </p:extLst>
          </p:nvPr>
        </p:nvGraphicFramePr>
        <p:xfrm>
          <a:off x="1845373" y="1173021"/>
          <a:ext cx="8501248" cy="3053080"/>
        </p:xfrm>
        <a:graphic>
          <a:graphicData uri="http://schemas.openxmlformats.org/drawingml/2006/table">
            <a:tbl>
              <a:tblPr firstRow="1" bandRow="1">
                <a:tableStyleId>{21E4AEA4-8DFA-4A89-87EB-49C32662AFE0}</a:tableStyleId>
              </a:tblPr>
              <a:tblGrid>
                <a:gridCol w="4615048">
                  <a:extLst>
                    <a:ext uri="{9D8B030D-6E8A-4147-A177-3AD203B41FA5}">
                      <a16:colId xmlns:a16="http://schemas.microsoft.com/office/drawing/2014/main" val="3589254144"/>
                    </a:ext>
                  </a:extLst>
                </a:gridCol>
                <a:gridCol w="3886200">
                  <a:extLst>
                    <a:ext uri="{9D8B030D-6E8A-4147-A177-3AD203B41FA5}">
                      <a16:colId xmlns:a16="http://schemas.microsoft.com/office/drawing/2014/main" val="118367083"/>
                    </a:ext>
                  </a:extLst>
                </a:gridCol>
              </a:tblGrid>
              <a:tr h="370840">
                <a:tc>
                  <a:txBody>
                    <a:bodyPr/>
                    <a:lstStyle/>
                    <a:p>
                      <a:r>
                        <a:rPr kumimoji="1" lang="ja-JP" altLang="en-US" sz="1200" dirty="0"/>
                        <a:t>ファイル名</a:t>
                      </a:r>
                    </a:p>
                  </a:txBody>
                  <a:tcPr>
                    <a:solidFill>
                      <a:srgbClr val="C00000"/>
                    </a:solidFill>
                  </a:tcPr>
                </a:tc>
                <a:tc>
                  <a:txBody>
                    <a:bodyPr/>
                    <a:lstStyle/>
                    <a:p>
                      <a:r>
                        <a:rPr kumimoji="1" lang="ja-JP" altLang="en-US" sz="1200" dirty="0"/>
                        <a:t>内容</a:t>
                      </a:r>
                    </a:p>
                  </a:txBody>
                  <a:tcPr>
                    <a:solidFill>
                      <a:srgbClr val="C00000"/>
                    </a:solidFill>
                  </a:tcPr>
                </a:tc>
                <a:extLst>
                  <a:ext uri="{0D108BD9-81ED-4DB2-BD59-A6C34878D82A}">
                    <a16:rowId xmlns:a16="http://schemas.microsoft.com/office/drawing/2014/main" val="961319653"/>
                  </a:ext>
                </a:extLst>
              </a:tr>
              <a:tr h="370840">
                <a:tc>
                  <a:txBody>
                    <a:bodyPr/>
                    <a:lstStyle/>
                    <a:p>
                      <a:r>
                        <a:rPr kumimoji="1" lang="en-US" altLang="ja-JP" sz="1200" b="0" dirty="0"/>
                        <a:t>01_</a:t>
                      </a:r>
                      <a:r>
                        <a:rPr kumimoji="1" lang="ja-JP" altLang="en-US" sz="1200" b="0" dirty="0"/>
                        <a:t>機能仕様</a:t>
                      </a:r>
                      <a:r>
                        <a:rPr kumimoji="1" lang="en-US" altLang="ja-JP" sz="1200" b="0" dirty="0"/>
                        <a:t>_(</a:t>
                      </a:r>
                      <a:r>
                        <a:rPr kumimoji="1" lang="ja-JP" altLang="en-US" sz="1200" b="0" dirty="0"/>
                        <a:t>機能名</a:t>
                      </a:r>
                      <a:r>
                        <a:rPr kumimoji="1" lang="en-US" altLang="ja-JP" sz="1200" b="0" dirty="0"/>
                        <a:t>).xlsx</a:t>
                      </a:r>
                      <a:endParaRPr kumimoji="1" lang="ja-JP" altLang="en-US" sz="1200" b="0" dirty="0"/>
                    </a:p>
                  </a:txBody>
                  <a:tcPr>
                    <a:solidFill>
                      <a:schemeClr val="bg1">
                        <a:lumMod val="85000"/>
                      </a:schemeClr>
                    </a:solidFill>
                  </a:tcPr>
                </a:tc>
                <a:tc>
                  <a:txBody>
                    <a:bodyPr/>
                    <a:lstStyle/>
                    <a:p>
                      <a:r>
                        <a:rPr kumimoji="1" lang="en-US" altLang="ja-JP" sz="1200" dirty="0"/>
                        <a:t>(</a:t>
                      </a:r>
                      <a:r>
                        <a:rPr kumimoji="1" lang="ja-JP" altLang="en-US" sz="1200" dirty="0"/>
                        <a:t>機能名</a:t>
                      </a:r>
                      <a:r>
                        <a:rPr kumimoji="1" lang="en-US" altLang="ja-JP" sz="1200" dirty="0"/>
                        <a:t>)</a:t>
                      </a:r>
                      <a:r>
                        <a:rPr kumimoji="1" lang="ja-JP" altLang="en-US" sz="1200" dirty="0"/>
                        <a:t>のメインの機能仕様</a:t>
                      </a:r>
                    </a:p>
                  </a:txBody>
                  <a:tcPr>
                    <a:solidFill>
                      <a:schemeClr val="bg1">
                        <a:lumMod val="85000"/>
                      </a:schemeClr>
                    </a:solidFill>
                  </a:tcPr>
                </a:tc>
                <a:extLst>
                  <a:ext uri="{0D108BD9-81ED-4DB2-BD59-A6C34878D82A}">
                    <a16:rowId xmlns:a16="http://schemas.microsoft.com/office/drawing/2014/main" val="11166733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t>01_</a:t>
                      </a:r>
                      <a:r>
                        <a:rPr kumimoji="1" lang="ja-JP" altLang="en-US" sz="1200" b="0" dirty="0"/>
                        <a:t>機能仕様</a:t>
                      </a:r>
                      <a:r>
                        <a:rPr kumimoji="1" lang="en-US" altLang="ja-JP" sz="1200" b="0" dirty="0"/>
                        <a:t>_(</a:t>
                      </a:r>
                      <a:r>
                        <a:rPr kumimoji="1" lang="ja-JP" altLang="en-US" sz="1200" b="0" dirty="0"/>
                        <a:t>機能名</a:t>
                      </a:r>
                      <a:r>
                        <a:rPr kumimoji="1" lang="en-US" altLang="ja-JP" sz="1200" b="0" dirty="0"/>
                        <a:t>)</a:t>
                      </a:r>
                      <a:r>
                        <a:rPr kumimoji="1" lang="en-US" altLang="ja-JP" sz="1200" b="0" dirty="0">
                          <a:solidFill>
                            <a:srgbClr val="C00000"/>
                          </a:solidFill>
                        </a:rPr>
                        <a:t>_</a:t>
                      </a:r>
                      <a:r>
                        <a:rPr kumimoji="1" lang="ja-JP" altLang="en-US" sz="1200" b="0" dirty="0">
                          <a:solidFill>
                            <a:srgbClr val="C00000"/>
                          </a:solidFill>
                        </a:rPr>
                        <a:t>構造体</a:t>
                      </a:r>
                      <a:r>
                        <a:rPr kumimoji="1" lang="en-US" altLang="ja-JP" sz="1200" b="0" dirty="0"/>
                        <a:t>.xlsx</a:t>
                      </a:r>
                      <a:endParaRPr kumimoji="1" lang="ja-JP" altLang="en-US" sz="1200" b="0" dirty="0"/>
                    </a:p>
                  </a:txBody>
                  <a:tcPr>
                    <a:solidFill>
                      <a:schemeClr val="bg1">
                        <a:lumMod val="85000"/>
                      </a:schemeClr>
                    </a:solidFill>
                  </a:tcPr>
                </a:tc>
                <a:tc>
                  <a:txBody>
                    <a:bodyPr/>
                    <a:lstStyle/>
                    <a:p>
                      <a:r>
                        <a:rPr kumimoji="1" lang="ja-JP" altLang="en-US" sz="1200" dirty="0"/>
                        <a:t>構造体の定義・列挙</a:t>
                      </a:r>
                    </a:p>
                  </a:txBody>
                  <a:tcPr>
                    <a:solidFill>
                      <a:schemeClr val="bg1">
                        <a:lumMod val="85000"/>
                      </a:schemeClr>
                    </a:solidFill>
                  </a:tcPr>
                </a:tc>
                <a:extLst>
                  <a:ext uri="{0D108BD9-81ED-4DB2-BD59-A6C34878D82A}">
                    <a16:rowId xmlns:a16="http://schemas.microsoft.com/office/drawing/2014/main" val="90190937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t>01_</a:t>
                      </a:r>
                      <a:r>
                        <a:rPr kumimoji="1" lang="ja-JP" altLang="en-US" sz="1200" b="0" dirty="0"/>
                        <a:t>機能仕様</a:t>
                      </a:r>
                      <a:r>
                        <a:rPr kumimoji="1" lang="en-US" altLang="ja-JP" sz="1200" b="0" dirty="0"/>
                        <a:t>_(</a:t>
                      </a:r>
                      <a:r>
                        <a:rPr kumimoji="1" lang="ja-JP" altLang="en-US" sz="1200" b="0" dirty="0"/>
                        <a:t>機能名</a:t>
                      </a:r>
                      <a:r>
                        <a:rPr kumimoji="1" lang="en-US" altLang="ja-JP" sz="1200" b="0" dirty="0"/>
                        <a:t>)</a:t>
                      </a:r>
                      <a:r>
                        <a:rPr kumimoji="1" lang="en-US" altLang="ja-JP" sz="1200" b="0" dirty="0">
                          <a:solidFill>
                            <a:srgbClr val="C00000"/>
                          </a:solidFill>
                        </a:rPr>
                        <a:t>_</a:t>
                      </a:r>
                      <a:r>
                        <a:rPr kumimoji="1" lang="ja-JP" altLang="en-US" sz="1200" b="0" dirty="0">
                          <a:solidFill>
                            <a:srgbClr val="C00000"/>
                          </a:solidFill>
                        </a:rPr>
                        <a:t>属性値</a:t>
                      </a:r>
                      <a:r>
                        <a:rPr kumimoji="1" lang="en-US" altLang="ja-JP" sz="1200" b="0" dirty="0"/>
                        <a:t>.xlsx</a:t>
                      </a:r>
                      <a:endParaRPr kumimoji="1" lang="ja-JP" altLang="en-US" sz="1200" b="0" dirty="0"/>
                    </a:p>
                  </a:txBody>
                  <a:tcPr>
                    <a:solidFill>
                      <a:schemeClr val="bg1">
                        <a:lumMod val="85000"/>
                      </a:schemeClr>
                    </a:solidFill>
                  </a:tcPr>
                </a:tc>
                <a:tc>
                  <a:txBody>
                    <a:bodyPr/>
                    <a:lstStyle/>
                    <a:p>
                      <a:r>
                        <a:rPr kumimoji="1" lang="ja-JP" altLang="en-US" sz="1200" dirty="0"/>
                        <a:t>属性値の定義・列挙</a:t>
                      </a:r>
                    </a:p>
                  </a:txBody>
                  <a:tcPr>
                    <a:solidFill>
                      <a:schemeClr val="bg1">
                        <a:lumMod val="85000"/>
                      </a:schemeClr>
                    </a:solidFill>
                  </a:tcPr>
                </a:tc>
                <a:extLst>
                  <a:ext uri="{0D108BD9-81ED-4DB2-BD59-A6C34878D82A}">
                    <a16:rowId xmlns:a16="http://schemas.microsoft.com/office/drawing/2014/main" val="14589530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t>01_</a:t>
                      </a:r>
                      <a:r>
                        <a:rPr kumimoji="1" lang="ja-JP" altLang="en-US" sz="1200" b="0" dirty="0"/>
                        <a:t>機能仕様</a:t>
                      </a:r>
                      <a:r>
                        <a:rPr kumimoji="1" lang="en-US" altLang="ja-JP" sz="1200" b="0" dirty="0"/>
                        <a:t>_(</a:t>
                      </a:r>
                      <a:r>
                        <a:rPr kumimoji="1" lang="ja-JP" altLang="en-US" sz="1200" b="0" dirty="0"/>
                        <a:t>機能名</a:t>
                      </a:r>
                      <a:r>
                        <a:rPr kumimoji="1" lang="en-US" altLang="ja-JP" sz="1200" b="0" dirty="0"/>
                        <a:t>)</a:t>
                      </a:r>
                      <a:r>
                        <a:rPr kumimoji="1" lang="en-US" altLang="ja-JP" sz="1200" b="0" dirty="0">
                          <a:solidFill>
                            <a:srgbClr val="C00000"/>
                          </a:solidFill>
                        </a:rPr>
                        <a:t>_</a:t>
                      </a:r>
                      <a:r>
                        <a:rPr kumimoji="1" lang="ja-JP" altLang="en-US" sz="1200" b="0" dirty="0">
                          <a:solidFill>
                            <a:srgbClr val="C00000"/>
                          </a:solidFill>
                        </a:rPr>
                        <a:t>最適化定型処理</a:t>
                      </a:r>
                      <a:r>
                        <a:rPr kumimoji="1" lang="en-US" altLang="ja-JP" sz="1200" b="0" dirty="0"/>
                        <a:t>.xlsx</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rgbClr val="C00000"/>
                          </a:solidFill>
                        </a:rPr>
                        <a:t>&lt;&lt;</a:t>
                      </a:r>
                      <a:r>
                        <a:rPr kumimoji="1" lang="ja-JP" altLang="en-US" sz="1200" b="0" dirty="0">
                          <a:solidFill>
                            <a:srgbClr val="C00000"/>
                          </a:solidFill>
                        </a:rPr>
                        <a:t>最適化定型処理</a:t>
                      </a:r>
                      <a:r>
                        <a:rPr kumimoji="1" lang="en-US" altLang="ja-JP" sz="1200" b="0" dirty="0">
                          <a:solidFill>
                            <a:srgbClr val="C00000"/>
                          </a:solidFill>
                        </a:rPr>
                        <a:t>&gt;&gt;</a:t>
                      </a:r>
                      <a:r>
                        <a:rPr kumimoji="1" lang="en-US" altLang="ja-JP" sz="1200" b="0" dirty="0">
                          <a:solidFill>
                            <a:schemeClr val="tx1"/>
                          </a:solidFill>
                        </a:rPr>
                        <a:t>(</a:t>
                      </a:r>
                      <a:r>
                        <a:rPr kumimoji="1" lang="ja-JP" altLang="en-US" sz="1200" b="0" dirty="0"/>
                        <a:t>機能名</a:t>
                      </a:r>
                      <a:r>
                        <a:rPr kumimoji="1" lang="en-US" altLang="ja-JP" sz="1200" b="0" dirty="0"/>
                        <a:t>).xlsx</a:t>
                      </a:r>
                    </a:p>
                  </a:txBody>
                  <a:tcPr>
                    <a:solidFill>
                      <a:schemeClr val="bg1">
                        <a:lumMod val="85000"/>
                      </a:schemeClr>
                    </a:solidFill>
                  </a:tcPr>
                </a:tc>
                <a:tc>
                  <a:txBody>
                    <a:bodyPr/>
                    <a:lstStyle/>
                    <a:p>
                      <a:r>
                        <a:rPr kumimoji="1" lang="ja-JP" altLang="en-US" sz="1200" dirty="0"/>
                        <a:t>最適化の定型の処理仕様？</a:t>
                      </a:r>
                    </a:p>
                  </a:txBody>
                  <a:tcPr>
                    <a:solidFill>
                      <a:schemeClr val="bg1">
                        <a:lumMod val="85000"/>
                      </a:schemeClr>
                    </a:solidFill>
                  </a:tcPr>
                </a:tc>
                <a:extLst>
                  <a:ext uri="{0D108BD9-81ED-4DB2-BD59-A6C34878D82A}">
                    <a16:rowId xmlns:a16="http://schemas.microsoft.com/office/drawing/2014/main" val="33153708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t>01_</a:t>
                      </a:r>
                      <a:r>
                        <a:rPr kumimoji="1" lang="ja-JP" altLang="en-US" sz="1200" b="0" dirty="0"/>
                        <a:t>機能仕様</a:t>
                      </a:r>
                      <a:r>
                        <a:rPr kumimoji="1" lang="en-US" altLang="ja-JP" sz="1200" b="0" dirty="0"/>
                        <a:t>_(</a:t>
                      </a:r>
                      <a:r>
                        <a:rPr kumimoji="1" lang="ja-JP" altLang="en-US" sz="1200" b="0" dirty="0"/>
                        <a:t>機能名</a:t>
                      </a:r>
                      <a:r>
                        <a:rPr kumimoji="1" lang="en-US" altLang="ja-JP" sz="1200" b="0" dirty="0"/>
                        <a:t>)</a:t>
                      </a:r>
                      <a:r>
                        <a:rPr kumimoji="1" lang="en-US" altLang="ja-JP" sz="1200" b="0" dirty="0">
                          <a:solidFill>
                            <a:srgbClr val="C00000"/>
                          </a:solidFill>
                        </a:rPr>
                        <a:t>_</a:t>
                      </a:r>
                      <a:r>
                        <a:rPr kumimoji="1" lang="ja-JP" altLang="en-US" sz="1200" b="0" dirty="0">
                          <a:solidFill>
                            <a:srgbClr val="C00000"/>
                          </a:solidFill>
                        </a:rPr>
                        <a:t>最適化定型外処理</a:t>
                      </a:r>
                      <a:r>
                        <a:rPr kumimoji="1" lang="en-US" altLang="ja-JP" sz="1200" b="0" dirty="0"/>
                        <a:t>.xlsx</a:t>
                      </a:r>
                      <a:endParaRPr kumimoji="1" lang="ja-JP" altLang="en-US" sz="1200" b="0" dirty="0"/>
                    </a:p>
                  </a:txBody>
                  <a:tcPr>
                    <a:solidFill>
                      <a:schemeClr val="bg1">
                        <a:lumMod val="85000"/>
                      </a:schemeClr>
                    </a:solidFill>
                  </a:tcPr>
                </a:tc>
                <a:tc>
                  <a:txBody>
                    <a:bodyPr/>
                    <a:lstStyle/>
                    <a:p>
                      <a:r>
                        <a:rPr kumimoji="1" lang="ja-JP" altLang="en-US" sz="1200" dirty="0"/>
                        <a:t>最適化の定型外（例外時）の処理仕様？</a:t>
                      </a:r>
                    </a:p>
                  </a:txBody>
                  <a:tcPr>
                    <a:solidFill>
                      <a:schemeClr val="bg1">
                        <a:lumMod val="85000"/>
                      </a:schemeClr>
                    </a:solidFill>
                  </a:tcPr>
                </a:tc>
                <a:extLst>
                  <a:ext uri="{0D108BD9-81ED-4DB2-BD59-A6C34878D82A}">
                    <a16:rowId xmlns:a16="http://schemas.microsoft.com/office/drawing/2014/main" val="301788716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t>01_</a:t>
                      </a:r>
                      <a:r>
                        <a:rPr kumimoji="1" lang="ja-JP" altLang="en-US" sz="1200" b="0" dirty="0"/>
                        <a:t>機能仕様</a:t>
                      </a:r>
                      <a:r>
                        <a:rPr kumimoji="1" lang="en-US" altLang="ja-JP" sz="1200" b="0" dirty="0"/>
                        <a:t>_(</a:t>
                      </a:r>
                      <a:r>
                        <a:rPr kumimoji="1" lang="ja-JP" altLang="en-US" sz="1200" b="0" dirty="0"/>
                        <a:t>機能名</a:t>
                      </a:r>
                      <a:r>
                        <a:rPr kumimoji="1" lang="en-US" altLang="ja-JP" sz="1200" b="0" dirty="0"/>
                        <a:t>)</a:t>
                      </a:r>
                      <a:r>
                        <a:rPr kumimoji="1" lang="en-US" altLang="ja-JP" sz="1200" b="0" dirty="0">
                          <a:solidFill>
                            <a:srgbClr val="C00000"/>
                          </a:solidFill>
                        </a:rPr>
                        <a:t>_</a:t>
                      </a:r>
                      <a:r>
                        <a:rPr kumimoji="1" lang="ja-JP" altLang="en-US" sz="1200" b="0" dirty="0">
                          <a:solidFill>
                            <a:srgbClr val="C00000"/>
                          </a:solidFill>
                        </a:rPr>
                        <a:t>最適化定型コピー処理</a:t>
                      </a:r>
                      <a:r>
                        <a:rPr kumimoji="1" lang="en-US" altLang="ja-JP" sz="1200" b="0" dirty="0"/>
                        <a:t>.xlsx</a:t>
                      </a:r>
                      <a:endParaRPr kumimoji="1" lang="ja-JP" altLang="en-US" sz="1200" b="0" dirty="0"/>
                    </a:p>
                  </a:txBody>
                  <a:tcPr>
                    <a:solidFill>
                      <a:schemeClr val="bg1">
                        <a:lumMod val="85000"/>
                      </a:schemeClr>
                    </a:solidFill>
                  </a:tcPr>
                </a:tc>
                <a:tc>
                  <a:txBody>
                    <a:bodyPr/>
                    <a:lstStyle/>
                    <a:p>
                      <a:r>
                        <a:rPr kumimoji="1" lang="ja-JP" altLang="en-US" sz="1200" dirty="0"/>
                        <a:t>最適化定型処理後、最適化定型外処理前の処理仕様</a:t>
                      </a:r>
                    </a:p>
                  </a:txBody>
                  <a:tcPr>
                    <a:solidFill>
                      <a:schemeClr val="bg1">
                        <a:lumMod val="85000"/>
                      </a:schemeClr>
                    </a:solidFill>
                  </a:tcPr>
                </a:tc>
                <a:extLst>
                  <a:ext uri="{0D108BD9-81ED-4DB2-BD59-A6C34878D82A}">
                    <a16:rowId xmlns:a16="http://schemas.microsoft.com/office/drawing/2014/main" val="10558324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t>01_</a:t>
                      </a:r>
                      <a:r>
                        <a:rPr kumimoji="1" lang="ja-JP" altLang="en-US" sz="1200" b="0" dirty="0"/>
                        <a:t>機能仕様</a:t>
                      </a:r>
                      <a:r>
                        <a:rPr kumimoji="1" lang="en-US" altLang="ja-JP" sz="1200" b="0" dirty="0"/>
                        <a:t>_(</a:t>
                      </a:r>
                      <a:r>
                        <a:rPr kumimoji="1" lang="ja-JP" altLang="en-US" sz="1200" b="0" dirty="0"/>
                        <a:t>機能名</a:t>
                      </a:r>
                      <a:r>
                        <a:rPr kumimoji="1" lang="en-US" altLang="ja-JP" sz="1200" b="0" dirty="0"/>
                        <a:t>)</a:t>
                      </a:r>
                      <a:r>
                        <a:rPr kumimoji="1" lang="ja-JP" altLang="en-US" sz="1200" b="0" dirty="0">
                          <a:solidFill>
                            <a:srgbClr val="C00000"/>
                          </a:solidFill>
                        </a:rPr>
                        <a:t>ー</a:t>
                      </a:r>
                      <a:r>
                        <a:rPr kumimoji="1" lang="en-US" altLang="ja-JP" sz="1200" b="0" dirty="0">
                          <a:solidFill>
                            <a:srgbClr val="C00000"/>
                          </a:solidFill>
                        </a:rPr>
                        <a:t>{</a:t>
                      </a:r>
                      <a:r>
                        <a:rPr kumimoji="1" lang="ja-JP" altLang="en-US" sz="1200" b="0" dirty="0">
                          <a:solidFill>
                            <a:srgbClr val="C00000"/>
                          </a:solidFill>
                        </a:rPr>
                        <a:t>小機能名</a:t>
                      </a:r>
                      <a:r>
                        <a:rPr kumimoji="1" lang="en-US" altLang="ja-JP" sz="1200" b="0" dirty="0">
                          <a:solidFill>
                            <a:srgbClr val="C00000"/>
                          </a:solidFill>
                        </a:rPr>
                        <a:t>}</a:t>
                      </a:r>
                      <a:r>
                        <a:rPr kumimoji="1" lang="en-US" altLang="ja-JP" sz="1200" b="0" dirty="0"/>
                        <a:t>.xlsx</a:t>
                      </a:r>
                      <a:r>
                        <a:rPr kumimoji="1" lang="ja-JP" altLang="en-US" sz="1200" b="0" dirty="0"/>
                        <a:t>（</a:t>
                      </a:r>
                      <a:r>
                        <a:rPr kumimoji="1" lang="en-US" altLang="ja-JP" sz="1200" b="0" dirty="0"/>
                        <a:t>※EGA</a:t>
                      </a:r>
                      <a:r>
                        <a:rPr kumimoji="1" lang="ja-JP" altLang="en-US" sz="1200" b="0" dirty="0"/>
                        <a:t>でみられる）</a:t>
                      </a:r>
                    </a:p>
                  </a:txBody>
                  <a:tcPr>
                    <a:solidFill>
                      <a:schemeClr val="bg1">
                        <a:lumMod val="85000"/>
                      </a:schemeClr>
                    </a:solidFill>
                  </a:tcPr>
                </a:tc>
                <a:tc>
                  <a:txBody>
                    <a:bodyPr/>
                    <a:lstStyle/>
                    <a:p>
                      <a:r>
                        <a:rPr kumimoji="1" lang="en-US" altLang="ja-JP" sz="1200" dirty="0"/>
                        <a:t>(</a:t>
                      </a:r>
                      <a:r>
                        <a:rPr kumimoji="1" lang="ja-JP" altLang="en-US" sz="1200" dirty="0"/>
                        <a:t>機能名</a:t>
                      </a:r>
                      <a:r>
                        <a:rPr kumimoji="1" lang="en-US" altLang="ja-JP" sz="1200" dirty="0"/>
                        <a:t>)</a:t>
                      </a:r>
                      <a:r>
                        <a:rPr kumimoji="1" lang="ja-JP" altLang="en-US" sz="1200" dirty="0"/>
                        <a:t>の小機能単位の仕様詳細</a:t>
                      </a:r>
                    </a:p>
                  </a:txBody>
                  <a:tcPr>
                    <a:solidFill>
                      <a:schemeClr val="bg1">
                        <a:lumMod val="85000"/>
                      </a:schemeClr>
                    </a:solidFill>
                  </a:tcPr>
                </a:tc>
                <a:extLst>
                  <a:ext uri="{0D108BD9-81ED-4DB2-BD59-A6C34878D82A}">
                    <a16:rowId xmlns:a16="http://schemas.microsoft.com/office/drawing/2014/main" val="493715961"/>
                  </a:ext>
                </a:extLst>
              </a:tr>
            </a:tbl>
          </a:graphicData>
        </a:graphic>
      </p:graphicFrame>
      <p:sp>
        <p:nvSpPr>
          <p:cNvPr id="5" name="二等辺三角形 4">
            <a:extLst>
              <a:ext uri="{FF2B5EF4-FFF2-40B4-BE49-F238E27FC236}">
                <a16:creationId xmlns:a16="http://schemas.microsoft.com/office/drawing/2014/main" id="{8905B571-01F9-C926-8CEF-5A834634D847}"/>
              </a:ext>
            </a:extLst>
          </p:cNvPr>
          <p:cNvSpPr/>
          <p:nvPr/>
        </p:nvSpPr>
        <p:spPr>
          <a:xfrm rot="10800000">
            <a:off x="5643879" y="4398282"/>
            <a:ext cx="904240" cy="213718"/>
          </a:xfrm>
          <a:prstGeom prst="triangle">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kumimoji="1" lang="ja-JP" altLang="en-US" sz="1400" dirty="0">
              <a:solidFill>
                <a:schemeClr val="tx1"/>
              </a:solidFill>
            </a:endParaRPr>
          </a:p>
        </p:txBody>
      </p:sp>
      <p:grpSp>
        <p:nvGrpSpPr>
          <p:cNvPr id="28" name="グループ化 27">
            <a:extLst>
              <a:ext uri="{FF2B5EF4-FFF2-40B4-BE49-F238E27FC236}">
                <a16:creationId xmlns:a16="http://schemas.microsoft.com/office/drawing/2014/main" id="{9FC554CE-E8AF-64D1-5D2C-426A391C9067}"/>
              </a:ext>
            </a:extLst>
          </p:cNvPr>
          <p:cNvGrpSpPr/>
          <p:nvPr/>
        </p:nvGrpSpPr>
        <p:grpSpPr>
          <a:xfrm>
            <a:off x="2745738" y="5140601"/>
            <a:ext cx="6574990" cy="1574547"/>
            <a:chOff x="3360420" y="4907459"/>
            <a:chExt cx="6574990" cy="1574547"/>
          </a:xfrm>
        </p:grpSpPr>
        <p:sp>
          <p:nvSpPr>
            <p:cNvPr id="6" name="正方形/長方形 5">
              <a:extLst>
                <a:ext uri="{FF2B5EF4-FFF2-40B4-BE49-F238E27FC236}">
                  <a16:creationId xmlns:a16="http://schemas.microsoft.com/office/drawing/2014/main" id="{9D5AE35E-74B6-DC24-5502-153C788829BC}"/>
                </a:ext>
              </a:extLst>
            </p:cNvPr>
            <p:cNvSpPr/>
            <p:nvPr/>
          </p:nvSpPr>
          <p:spPr>
            <a:xfrm>
              <a:off x="4043680" y="4907459"/>
              <a:ext cx="1300480" cy="3657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chemeClr val="tx1"/>
                  </a:solidFill>
                </a:rPr>
                <a:t>メイン機能</a:t>
              </a:r>
            </a:p>
          </p:txBody>
        </p:sp>
        <p:sp>
          <p:nvSpPr>
            <p:cNvPr id="7" name="正方形/長方形 6">
              <a:extLst>
                <a:ext uri="{FF2B5EF4-FFF2-40B4-BE49-F238E27FC236}">
                  <a16:creationId xmlns:a16="http://schemas.microsoft.com/office/drawing/2014/main" id="{C346276E-AED7-8CF5-A9BE-2C9B9974D94E}"/>
                </a:ext>
              </a:extLst>
            </p:cNvPr>
            <p:cNvSpPr/>
            <p:nvPr/>
          </p:nvSpPr>
          <p:spPr>
            <a:xfrm>
              <a:off x="6710680" y="4983479"/>
              <a:ext cx="1300480" cy="213719"/>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chemeClr val="tx1"/>
                  </a:solidFill>
                </a:rPr>
                <a:t>小機能</a:t>
              </a:r>
            </a:p>
          </p:txBody>
        </p:sp>
        <p:sp>
          <p:nvSpPr>
            <p:cNvPr id="8" name="正方形/長方形 7">
              <a:extLst>
                <a:ext uri="{FF2B5EF4-FFF2-40B4-BE49-F238E27FC236}">
                  <a16:creationId xmlns:a16="http://schemas.microsoft.com/office/drawing/2014/main" id="{AA75B051-AA18-E537-A6B1-E17E9493DC7C}"/>
                </a:ext>
              </a:extLst>
            </p:cNvPr>
            <p:cNvSpPr/>
            <p:nvPr/>
          </p:nvSpPr>
          <p:spPr>
            <a:xfrm>
              <a:off x="6710680" y="5379361"/>
              <a:ext cx="1300480" cy="213719"/>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chemeClr val="tx1"/>
                  </a:solidFill>
                </a:rPr>
                <a:t>小機能</a:t>
              </a:r>
            </a:p>
          </p:txBody>
        </p:sp>
        <p:sp>
          <p:nvSpPr>
            <p:cNvPr id="9" name="正方形/長方形 8">
              <a:extLst>
                <a:ext uri="{FF2B5EF4-FFF2-40B4-BE49-F238E27FC236}">
                  <a16:creationId xmlns:a16="http://schemas.microsoft.com/office/drawing/2014/main" id="{D50DAEF5-16D8-5CAA-819D-82D6BA8070A2}"/>
                </a:ext>
              </a:extLst>
            </p:cNvPr>
            <p:cNvSpPr/>
            <p:nvPr/>
          </p:nvSpPr>
          <p:spPr>
            <a:xfrm>
              <a:off x="6710680" y="5775243"/>
              <a:ext cx="1300480" cy="213719"/>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chemeClr val="tx1"/>
                  </a:solidFill>
                </a:rPr>
                <a:t>小機能</a:t>
              </a:r>
            </a:p>
          </p:txBody>
        </p:sp>
        <p:sp>
          <p:nvSpPr>
            <p:cNvPr id="10" name="正方形/長方形 9">
              <a:extLst>
                <a:ext uri="{FF2B5EF4-FFF2-40B4-BE49-F238E27FC236}">
                  <a16:creationId xmlns:a16="http://schemas.microsoft.com/office/drawing/2014/main" id="{EB45F311-19C4-442F-E0D9-BC97F28800B2}"/>
                </a:ext>
              </a:extLst>
            </p:cNvPr>
            <p:cNvSpPr/>
            <p:nvPr/>
          </p:nvSpPr>
          <p:spPr>
            <a:xfrm>
              <a:off x="6710680" y="6171125"/>
              <a:ext cx="1300480" cy="213719"/>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chemeClr val="tx1"/>
                  </a:solidFill>
                </a:rPr>
                <a:t>小機能</a:t>
              </a:r>
            </a:p>
          </p:txBody>
        </p:sp>
        <p:cxnSp>
          <p:nvCxnSpPr>
            <p:cNvPr id="13" name="コネクタ: カギ線 12">
              <a:extLst>
                <a:ext uri="{FF2B5EF4-FFF2-40B4-BE49-F238E27FC236}">
                  <a16:creationId xmlns:a16="http://schemas.microsoft.com/office/drawing/2014/main" id="{734EA488-FF12-ED87-21D5-44C61572F28B}"/>
                </a:ext>
              </a:extLst>
            </p:cNvPr>
            <p:cNvCxnSpPr>
              <a:cxnSpLocks/>
              <a:stCxn id="6" idx="3"/>
              <a:endCxn id="8" idx="1"/>
            </p:cNvCxnSpPr>
            <p:nvPr/>
          </p:nvCxnSpPr>
          <p:spPr>
            <a:xfrm>
              <a:off x="5344160" y="5090339"/>
              <a:ext cx="1366520" cy="395882"/>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1BA3E2DD-91F6-C8BD-8AE7-29A0867F2914}"/>
                </a:ext>
              </a:extLst>
            </p:cNvPr>
            <p:cNvCxnSpPr>
              <a:cxnSpLocks/>
              <a:stCxn id="6" idx="3"/>
              <a:endCxn id="9" idx="1"/>
            </p:cNvCxnSpPr>
            <p:nvPr/>
          </p:nvCxnSpPr>
          <p:spPr>
            <a:xfrm>
              <a:off x="5344160" y="5090339"/>
              <a:ext cx="1366520" cy="79176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コネクタ: カギ線 19">
              <a:extLst>
                <a:ext uri="{FF2B5EF4-FFF2-40B4-BE49-F238E27FC236}">
                  <a16:creationId xmlns:a16="http://schemas.microsoft.com/office/drawing/2014/main" id="{35ED8ADA-FE5E-62D7-BC58-9C1A6910FD62}"/>
                </a:ext>
              </a:extLst>
            </p:cNvPr>
            <p:cNvCxnSpPr>
              <a:cxnSpLocks/>
              <a:stCxn id="6" idx="3"/>
              <a:endCxn id="10" idx="1"/>
            </p:cNvCxnSpPr>
            <p:nvPr/>
          </p:nvCxnSpPr>
          <p:spPr>
            <a:xfrm>
              <a:off x="5344160" y="5090339"/>
              <a:ext cx="1366520" cy="118764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37806432-D081-1319-1EF7-9020D405118F}"/>
                </a:ext>
              </a:extLst>
            </p:cNvPr>
            <p:cNvCxnSpPr>
              <a:stCxn id="6" idx="3"/>
              <a:endCxn id="7" idx="1"/>
            </p:cNvCxnSpPr>
            <p:nvPr/>
          </p:nvCxnSpPr>
          <p:spPr>
            <a:xfrm>
              <a:off x="5344160" y="5090339"/>
              <a:ext cx="136652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吹き出し: 角を丸めた四角形 24">
              <a:extLst>
                <a:ext uri="{FF2B5EF4-FFF2-40B4-BE49-F238E27FC236}">
                  <a16:creationId xmlns:a16="http://schemas.microsoft.com/office/drawing/2014/main" id="{934EA7AB-59B1-38E9-7E00-54992657FF64}"/>
                </a:ext>
              </a:extLst>
            </p:cNvPr>
            <p:cNvSpPr/>
            <p:nvPr/>
          </p:nvSpPr>
          <p:spPr>
            <a:xfrm>
              <a:off x="3360420" y="5486221"/>
              <a:ext cx="1457962" cy="995785"/>
            </a:xfrm>
            <a:prstGeom prst="wedgeRoundRectCallout">
              <a:avLst>
                <a:gd name="adj1" fmla="val 22065"/>
                <a:gd name="adj2" fmla="val -64817"/>
                <a:gd name="adj3" fmla="val 16667"/>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200" dirty="0">
                  <a:solidFill>
                    <a:schemeClr val="tx1"/>
                  </a:solidFill>
                </a:rPr>
                <a:t>・メインの機能仕様</a:t>
              </a:r>
              <a:endParaRPr lang="en-US" altLang="ja-JP" sz="1200" dirty="0">
                <a:solidFill>
                  <a:schemeClr val="tx1"/>
                </a:solidFill>
              </a:endParaRPr>
            </a:p>
            <a:p>
              <a:r>
                <a:rPr lang="ja-JP" altLang="en-US" sz="1200" dirty="0">
                  <a:solidFill>
                    <a:schemeClr val="tx1"/>
                  </a:solidFill>
                </a:rPr>
                <a:t>・構造体</a:t>
              </a:r>
              <a:endParaRPr lang="en-US" altLang="ja-JP" sz="1200" dirty="0">
                <a:solidFill>
                  <a:schemeClr val="tx1"/>
                </a:solidFill>
              </a:endParaRPr>
            </a:p>
            <a:p>
              <a:r>
                <a:rPr lang="ja-JP" altLang="en-US" sz="1200" dirty="0">
                  <a:solidFill>
                    <a:schemeClr val="tx1"/>
                  </a:solidFill>
                </a:rPr>
                <a:t>・属性値</a:t>
              </a:r>
              <a:endParaRPr lang="en-US" altLang="ja-JP" sz="1200" dirty="0">
                <a:solidFill>
                  <a:schemeClr val="tx1"/>
                </a:solidFill>
              </a:endParaRPr>
            </a:p>
            <a:p>
              <a:r>
                <a:rPr lang="ja-JP" altLang="en-US" sz="1200" dirty="0">
                  <a:solidFill>
                    <a:schemeClr val="tx1"/>
                  </a:solidFill>
                </a:rPr>
                <a:t>・最適化定型処理</a:t>
              </a:r>
              <a:endParaRPr lang="en-US" altLang="ja-JP" sz="1200" dirty="0">
                <a:solidFill>
                  <a:schemeClr val="tx1"/>
                </a:solidFill>
              </a:endParaRPr>
            </a:p>
            <a:p>
              <a:r>
                <a:rPr lang="en-US" altLang="ja-JP" sz="1200" dirty="0">
                  <a:solidFill>
                    <a:schemeClr val="tx1"/>
                  </a:solidFill>
                </a:rPr>
                <a:t>…</a:t>
              </a:r>
            </a:p>
          </p:txBody>
        </p:sp>
        <p:sp>
          <p:nvSpPr>
            <p:cNvPr id="26" name="吹き出し: 角を丸めた四角形 25">
              <a:extLst>
                <a:ext uri="{FF2B5EF4-FFF2-40B4-BE49-F238E27FC236}">
                  <a16:creationId xmlns:a16="http://schemas.microsoft.com/office/drawing/2014/main" id="{8ADA81B6-2292-B706-60E7-4EE67962319B}"/>
                </a:ext>
              </a:extLst>
            </p:cNvPr>
            <p:cNvSpPr/>
            <p:nvPr/>
          </p:nvSpPr>
          <p:spPr>
            <a:xfrm>
              <a:off x="8257539" y="5055960"/>
              <a:ext cx="1677871" cy="275500"/>
            </a:xfrm>
            <a:prstGeom prst="wedgeRoundRectCallout">
              <a:avLst>
                <a:gd name="adj1" fmla="val -58953"/>
                <a:gd name="adj2" fmla="val -29787"/>
                <a:gd name="adj3" fmla="val 16667"/>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200" dirty="0">
                  <a:solidFill>
                    <a:schemeClr val="tx1"/>
                  </a:solidFill>
                </a:rPr>
                <a:t>・小機能単位の仕様詳細</a:t>
              </a:r>
              <a:endParaRPr lang="en-US" altLang="ja-JP" sz="1200" dirty="0">
                <a:solidFill>
                  <a:schemeClr val="tx1"/>
                </a:solidFill>
              </a:endParaRPr>
            </a:p>
          </p:txBody>
        </p:sp>
      </p:grpSp>
      <p:sp>
        <p:nvSpPr>
          <p:cNvPr id="27" name="テキスト ボックス 26">
            <a:extLst>
              <a:ext uri="{FF2B5EF4-FFF2-40B4-BE49-F238E27FC236}">
                <a16:creationId xmlns:a16="http://schemas.microsoft.com/office/drawing/2014/main" id="{A342A467-7BB4-1E74-4094-FD6A25ED476F}"/>
              </a:ext>
            </a:extLst>
          </p:cNvPr>
          <p:cNvSpPr txBox="1"/>
          <p:nvPr/>
        </p:nvSpPr>
        <p:spPr>
          <a:xfrm>
            <a:off x="4473598" y="4710607"/>
            <a:ext cx="3244799" cy="338554"/>
          </a:xfrm>
          <a:prstGeom prst="rect">
            <a:avLst/>
          </a:prstGeom>
          <a:noFill/>
        </p:spPr>
        <p:txBody>
          <a:bodyPr wrap="none" rtlCol="0">
            <a:spAutoFit/>
          </a:bodyPr>
          <a:lstStyle/>
          <a:p>
            <a:r>
              <a:rPr kumimoji="1" lang="ja-JP" altLang="en-US" sz="1600" dirty="0">
                <a:latin typeface="Meiryo UI" panose="020B0604030504040204" pitchFamily="50" charset="-128"/>
                <a:ea typeface="Meiryo UI" panose="020B0604030504040204" pitchFamily="50" charset="-128"/>
              </a:rPr>
              <a:t>ファイル体系から推測される機能構成</a:t>
            </a:r>
          </a:p>
        </p:txBody>
      </p:sp>
      <p:sp>
        <p:nvSpPr>
          <p:cNvPr id="32" name="四角形: 角を丸くする 31">
            <a:extLst>
              <a:ext uri="{FF2B5EF4-FFF2-40B4-BE49-F238E27FC236}">
                <a16:creationId xmlns:a16="http://schemas.microsoft.com/office/drawing/2014/main" id="{CE6223ED-4CCD-E500-07F5-A43CC3FEF151}"/>
              </a:ext>
            </a:extLst>
          </p:cNvPr>
          <p:cNvSpPr/>
          <p:nvPr/>
        </p:nvSpPr>
        <p:spPr>
          <a:xfrm>
            <a:off x="10819899" y="1173021"/>
            <a:ext cx="3219450" cy="1713476"/>
          </a:xfrm>
          <a:prstGeom prst="roundRect">
            <a:avLst>
              <a:gd name="adj" fmla="val 7357"/>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50" dirty="0">
                <a:solidFill>
                  <a:schemeClr val="tx1"/>
                </a:solidFill>
              </a:rPr>
              <a:t>質問</a:t>
            </a:r>
            <a:endParaRPr lang="en-US" altLang="ja-JP" sz="1050" dirty="0">
              <a:solidFill>
                <a:schemeClr val="tx1"/>
              </a:solidFill>
            </a:endParaRPr>
          </a:p>
          <a:p>
            <a:r>
              <a:rPr kumimoji="1" lang="ja-JP" altLang="en-US" sz="1050" dirty="0">
                <a:solidFill>
                  <a:schemeClr val="tx1"/>
                </a:solidFill>
              </a:rPr>
              <a:t>・基本は以下？</a:t>
            </a:r>
            <a:endParaRPr kumimoji="1" lang="en-US" altLang="ja-JP" sz="1050" dirty="0">
              <a:solidFill>
                <a:schemeClr val="tx1"/>
              </a:solidFill>
            </a:endParaRPr>
          </a:p>
          <a:p>
            <a:r>
              <a:rPr lang="ja-JP" altLang="en-US" sz="1050" dirty="0">
                <a:solidFill>
                  <a:schemeClr val="tx1"/>
                </a:solidFill>
              </a:rPr>
              <a:t>　・</a:t>
            </a:r>
            <a:r>
              <a:rPr kumimoji="1" lang="en-US" altLang="ja-JP" sz="1050" b="0" dirty="0">
                <a:solidFill>
                  <a:schemeClr val="tx1"/>
                </a:solidFill>
              </a:rPr>
              <a:t> 01_</a:t>
            </a:r>
            <a:r>
              <a:rPr kumimoji="1" lang="ja-JP" altLang="en-US" sz="1050" b="0" dirty="0">
                <a:solidFill>
                  <a:schemeClr val="tx1"/>
                </a:solidFill>
              </a:rPr>
              <a:t>機能仕様</a:t>
            </a:r>
            <a:r>
              <a:rPr kumimoji="1" lang="en-US" altLang="ja-JP" sz="1050" b="0" dirty="0">
                <a:solidFill>
                  <a:schemeClr val="tx1"/>
                </a:solidFill>
              </a:rPr>
              <a:t>_(</a:t>
            </a:r>
            <a:r>
              <a:rPr kumimoji="1" lang="ja-JP" altLang="en-US" sz="1050" b="0" dirty="0">
                <a:solidFill>
                  <a:schemeClr val="tx1"/>
                </a:solidFill>
              </a:rPr>
              <a:t>機能名</a:t>
            </a:r>
            <a:r>
              <a:rPr kumimoji="1" lang="en-US" altLang="ja-JP" sz="1050" b="0" dirty="0">
                <a:solidFill>
                  <a:schemeClr val="tx1"/>
                </a:solidFill>
              </a:rPr>
              <a:t>).xlsx</a:t>
            </a:r>
            <a:endParaRPr lang="en-US" altLang="ja-JP" sz="1050" dirty="0">
              <a:solidFill>
                <a:schemeClr val="tx1"/>
              </a:solidFill>
            </a:endParaRPr>
          </a:p>
          <a:p>
            <a:r>
              <a:rPr kumimoji="1" lang="ja-JP" altLang="en-US" sz="1050" dirty="0">
                <a:solidFill>
                  <a:schemeClr val="tx1"/>
                </a:solidFill>
              </a:rPr>
              <a:t>　・</a:t>
            </a:r>
            <a:r>
              <a:rPr kumimoji="1" lang="en-US" altLang="ja-JP" sz="1050" b="0" dirty="0"/>
              <a:t> </a:t>
            </a:r>
            <a:r>
              <a:rPr kumimoji="1" lang="en-US" altLang="ja-JP" sz="1050" b="0" dirty="0">
                <a:solidFill>
                  <a:schemeClr val="tx1"/>
                </a:solidFill>
              </a:rPr>
              <a:t>01_</a:t>
            </a:r>
            <a:r>
              <a:rPr kumimoji="1" lang="ja-JP" altLang="en-US" sz="1050" b="0" dirty="0">
                <a:solidFill>
                  <a:schemeClr val="tx1"/>
                </a:solidFill>
              </a:rPr>
              <a:t>機能仕様</a:t>
            </a:r>
            <a:r>
              <a:rPr kumimoji="1" lang="en-US" altLang="ja-JP" sz="1050" b="0" dirty="0">
                <a:solidFill>
                  <a:schemeClr val="tx1"/>
                </a:solidFill>
              </a:rPr>
              <a:t>_(</a:t>
            </a:r>
            <a:r>
              <a:rPr kumimoji="1" lang="ja-JP" altLang="en-US" sz="1050" b="0" dirty="0">
                <a:solidFill>
                  <a:schemeClr val="tx1"/>
                </a:solidFill>
              </a:rPr>
              <a:t>機能名</a:t>
            </a:r>
            <a:r>
              <a:rPr kumimoji="1" lang="en-US" altLang="ja-JP" sz="1050" b="0" dirty="0">
                <a:solidFill>
                  <a:schemeClr val="tx1"/>
                </a:solidFill>
              </a:rPr>
              <a:t>)_</a:t>
            </a:r>
            <a:r>
              <a:rPr kumimoji="1" lang="ja-JP" altLang="en-US" sz="1050" b="0" dirty="0">
                <a:solidFill>
                  <a:schemeClr val="tx1"/>
                </a:solidFill>
              </a:rPr>
              <a:t>〇〇</a:t>
            </a:r>
            <a:r>
              <a:rPr kumimoji="1" lang="en-US" altLang="ja-JP" sz="1050" b="0" dirty="0">
                <a:solidFill>
                  <a:schemeClr val="tx1"/>
                </a:solidFill>
              </a:rPr>
              <a:t>.xlsx</a:t>
            </a:r>
          </a:p>
          <a:p>
            <a:endParaRPr kumimoji="1" lang="en-US" altLang="ja-JP" sz="1050" b="0" dirty="0">
              <a:solidFill>
                <a:schemeClr val="tx1"/>
              </a:solidFill>
            </a:endParaRPr>
          </a:p>
          <a:p>
            <a:r>
              <a:rPr lang="ja-JP" altLang="en-US" sz="1050" dirty="0">
                <a:solidFill>
                  <a:schemeClr val="tx1"/>
                </a:solidFill>
              </a:rPr>
              <a:t>・</a:t>
            </a:r>
            <a:r>
              <a:rPr lang="en-US" altLang="ja-JP" sz="1050" dirty="0">
                <a:solidFill>
                  <a:schemeClr val="tx1"/>
                </a:solidFill>
              </a:rPr>
              <a:t>EGA</a:t>
            </a:r>
            <a:r>
              <a:rPr lang="ja-JP" altLang="en-US" sz="1050" dirty="0">
                <a:solidFill>
                  <a:schemeClr val="tx1"/>
                </a:solidFill>
              </a:rPr>
              <a:t>は例外的に小機能をファイル分けしている？</a:t>
            </a:r>
            <a:endParaRPr lang="en-US" altLang="ja-JP" sz="1050" dirty="0">
              <a:solidFill>
                <a:schemeClr val="tx1"/>
              </a:solidFill>
            </a:endParaRPr>
          </a:p>
          <a:p>
            <a:r>
              <a:rPr kumimoji="1" lang="ja-JP" altLang="en-US" sz="1050" b="0" dirty="0">
                <a:solidFill>
                  <a:schemeClr val="tx1"/>
                </a:solidFill>
              </a:rPr>
              <a:t>　・他の機能は小機能がメイン機能仕様書に入っている？</a:t>
            </a:r>
            <a:endParaRPr kumimoji="1" lang="en-US" altLang="ja-JP" sz="1050" b="0" dirty="0">
              <a:solidFill>
                <a:schemeClr val="tx1"/>
              </a:solidFill>
            </a:endParaRPr>
          </a:p>
          <a:p>
            <a:endParaRPr lang="en-US" altLang="ja-JP" sz="1050" dirty="0">
              <a:solidFill>
                <a:schemeClr val="tx1"/>
              </a:solidFill>
            </a:endParaRPr>
          </a:p>
          <a:p>
            <a:endParaRPr kumimoji="1" lang="ja-JP" altLang="en-US" sz="1050" b="0" dirty="0">
              <a:solidFill>
                <a:schemeClr val="tx1"/>
              </a:solidFill>
            </a:endParaRPr>
          </a:p>
        </p:txBody>
      </p:sp>
    </p:spTree>
    <p:extLst>
      <p:ext uri="{BB962C8B-B14F-4D97-AF65-F5344CB8AC3E}">
        <p14:creationId xmlns:p14="http://schemas.microsoft.com/office/powerpoint/2010/main" val="1681589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F8AE16-F8C5-49AB-4D29-6E75BC07EA14}"/>
              </a:ext>
            </a:extLst>
          </p:cNvPr>
          <p:cNvSpPr>
            <a:spLocks noGrp="1"/>
          </p:cNvSpPr>
          <p:nvPr>
            <p:ph type="title"/>
          </p:nvPr>
        </p:nvSpPr>
        <p:spPr/>
        <p:txBody>
          <a:bodyPr/>
          <a:lstStyle/>
          <a:p>
            <a:r>
              <a:rPr kumimoji="1" lang="ja-JP" altLang="en-US" dirty="0"/>
              <a:t>シート種類についての認識合わせ</a:t>
            </a:r>
          </a:p>
        </p:txBody>
      </p:sp>
      <p:graphicFrame>
        <p:nvGraphicFramePr>
          <p:cNvPr id="6" name="表 5">
            <a:extLst>
              <a:ext uri="{FF2B5EF4-FFF2-40B4-BE49-F238E27FC236}">
                <a16:creationId xmlns:a16="http://schemas.microsoft.com/office/drawing/2014/main" id="{2911B65B-5530-BC1E-26CB-5CD30C23D925}"/>
              </a:ext>
            </a:extLst>
          </p:cNvPr>
          <p:cNvGraphicFramePr>
            <a:graphicFrameLocks noGrp="1"/>
          </p:cNvGraphicFramePr>
          <p:nvPr>
            <p:extLst>
              <p:ext uri="{D42A27DB-BD31-4B8C-83A1-F6EECF244321}">
                <p14:modId xmlns:p14="http://schemas.microsoft.com/office/powerpoint/2010/main" val="4216852185"/>
              </p:ext>
            </p:extLst>
          </p:nvPr>
        </p:nvGraphicFramePr>
        <p:xfrm>
          <a:off x="1228725" y="885744"/>
          <a:ext cx="9734550" cy="7218680"/>
        </p:xfrm>
        <a:graphic>
          <a:graphicData uri="http://schemas.openxmlformats.org/drawingml/2006/table">
            <a:tbl>
              <a:tblPr firstRow="1" bandRow="1">
                <a:tableStyleId>{21E4AEA4-8DFA-4A89-87EB-49C32662AFE0}</a:tableStyleId>
              </a:tblPr>
              <a:tblGrid>
                <a:gridCol w="1080653">
                  <a:extLst>
                    <a:ext uri="{9D8B030D-6E8A-4147-A177-3AD203B41FA5}">
                      <a16:colId xmlns:a16="http://schemas.microsoft.com/office/drawing/2014/main" val="3589254144"/>
                    </a:ext>
                  </a:extLst>
                </a:gridCol>
                <a:gridCol w="2176352">
                  <a:extLst>
                    <a:ext uri="{9D8B030D-6E8A-4147-A177-3AD203B41FA5}">
                      <a16:colId xmlns:a16="http://schemas.microsoft.com/office/drawing/2014/main" val="1177716113"/>
                    </a:ext>
                  </a:extLst>
                </a:gridCol>
                <a:gridCol w="6477545">
                  <a:extLst>
                    <a:ext uri="{9D8B030D-6E8A-4147-A177-3AD203B41FA5}">
                      <a16:colId xmlns:a16="http://schemas.microsoft.com/office/drawing/2014/main" val="118367083"/>
                    </a:ext>
                  </a:extLst>
                </a:gridCol>
              </a:tblGrid>
              <a:tr h="370840">
                <a:tc gridSpan="2">
                  <a:txBody>
                    <a:bodyPr/>
                    <a:lstStyle/>
                    <a:p>
                      <a:r>
                        <a:rPr kumimoji="1" lang="ja-JP" altLang="en-US" sz="1200" dirty="0"/>
                        <a:t>シート名</a:t>
                      </a:r>
                    </a:p>
                  </a:txBody>
                  <a:tcPr>
                    <a:solidFill>
                      <a:srgbClr val="C00000"/>
                    </a:solidFill>
                  </a:tcPr>
                </a:tc>
                <a:tc hMerge="1">
                  <a:txBody>
                    <a:bodyPr/>
                    <a:lstStyle/>
                    <a:p>
                      <a:endParaRPr kumimoji="1" lang="ja-JP" altLang="en-US" sz="1200" dirty="0"/>
                    </a:p>
                  </a:txBody>
                  <a:tcPr>
                    <a:solidFill>
                      <a:srgbClr val="C00000"/>
                    </a:solidFill>
                  </a:tcPr>
                </a:tc>
                <a:tc>
                  <a:txBody>
                    <a:bodyPr/>
                    <a:lstStyle/>
                    <a:p>
                      <a:r>
                        <a:rPr kumimoji="1" lang="ja-JP" altLang="en-US" sz="1200" dirty="0"/>
                        <a:t>情報</a:t>
                      </a:r>
                    </a:p>
                  </a:txBody>
                  <a:tcPr>
                    <a:solidFill>
                      <a:srgbClr val="C00000"/>
                    </a:solidFill>
                  </a:tcPr>
                </a:tc>
                <a:extLst>
                  <a:ext uri="{0D108BD9-81ED-4DB2-BD59-A6C34878D82A}">
                    <a16:rowId xmlns:a16="http://schemas.microsoft.com/office/drawing/2014/main" val="961319653"/>
                  </a:ext>
                </a:extLst>
              </a:tr>
              <a:tr h="370840">
                <a:tc gridSpan="2">
                  <a:txBody>
                    <a:bodyPr/>
                    <a:lstStyle/>
                    <a:p>
                      <a:r>
                        <a:rPr kumimoji="1" lang="ja-JP" altLang="en-US" sz="1200" b="0" dirty="0">
                          <a:solidFill>
                            <a:srgbClr val="C00000"/>
                          </a:solidFill>
                        </a:rPr>
                        <a:t>更新履歴</a:t>
                      </a:r>
                    </a:p>
                  </a:txBody>
                  <a:tcPr>
                    <a:solidFill>
                      <a:schemeClr val="bg1">
                        <a:lumMod val="85000"/>
                      </a:schemeClr>
                    </a:solidFill>
                  </a:tcPr>
                </a:tc>
                <a:tc hMerge="1">
                  <a:txBody>
                    <a:bodyPr/>
                    <a:lstStyle/>
                    <a:p>
                      <a:endParaRPr kumimoji="1" lang="ja-JP" altLang="en-US" sz="1200" b="0" dirty="0"/>
                    </a:p>
                  </a:txBody>
                  <a:tcPr>
                    <a:solidFill>
                      <a:schemeClr val="bg1">
                        <a:lumMod val="85000"/>
                      </a:schemeClr>
                    </a:solidFill>
                  </a:tcPr>
                </a:tc>
                <a:tc>
                  <a:txBody>
                    <a:bodyPr/>
                    <a:lstStyle/>
                    <a:p>
                      <a:r>
                        <a:rPr kumimoji="1" lang="en-US" altLang="ja-JP" sz="1200" dirty="0"/>
                        <a:t>Rev</a:t>
                      </a:r>
                      <a:r>
                        <a:rPr kumimoji="1" lang="ja-JP" altLang="en-US" sz="1200" dirty="0"/>
                        <a:t>、バージョン、発行日、発行者、開発</a:t>
                      </a:r>
                      <a:r>
                        <a:rPr kumimoji="1" lang="en-US" altLang="ja-JP" sz="1200" dirty="0"/>
                        <a:t>ID</a:t>
                      </a:r>
                      <a:r>
                        <a:rPr kumimoji="1" lang="ja-JP" altLang="en-US" sz="1200" dirty="0"/>
                        <a:t>、変更シート、変更内容</a:t>
                      </a:r>
                    </a:p>
                  </a:txBody>
                  <a:tcPr>
                    <a:solidFill>
                      <a:schemeClr val="bg1">
                        <a:lumMod val="85000"/>
                      </a:schemeClr>
                    </a:solidFill>
                  </a:tcPr>
                </a:tc>
                <a:extLst>
                  <a:ext uri="{0D108BD9-81ED-4DB2-BD59-A6C34878D82A}">
                    <a16:rowId xmlns:a16="http://schemas.microsoft.com/office/drawing/2014/main" val="1116673316"/>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rgbClr val="C00000"/>
                          </a:solidFill>
                        </a:rPr>
                        <a:t>概要</a:t>
                      </a:r>
                    </a:p>
                  </a:txBody>
                  <a:tcPr>
                    <a:solidFill>
                      <a:schemeClr val="bg1">
                        <a:lumMod val="7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dirty="0"/>
                    </a:p>
                  </a:txBody>
                  <a:tcPr>
                    <a:solidFill>
                      <a:schemeClr val="bg1">
                        <a:lumMod val="85000"/>
                      </a:schemeClr>
                    </a:solidFill>
                  </a:tcPr>
                </a:tc>
                <a:tc>
                  <a:txBody>
                    <a:bodyPr/>
                    <a:lstStyle/>
                    <a:p>
                      <a:r>
                        <a:rPr kumimoji="1" lang="ja-JP" altLang="en-US" sz="1200" dirty="0"/>
                        <a:t>目的、開発要求元、対象装置、対象ジョブ、リリース形態、機能概要、制約事項、補足事項</a:t>
                      </a:r>
                    </a:p>
                  </a:txBody>
                  <a:tcPr>
                    <a:solidFill>
                      <a:schemeClr val="bg1">
                        <a:lumMod val="75000"/>
                      </a:schemeClr>
                    </a:solidFill>
                  </a:tcPr>
                </a:tc>
                <a:extLst>
                  <a:ext uri="{0D108BD9-81ED-4DB2-BD59-A6C34878D82A}">
                    <a16:rowId xmlns:a16="http://schemas.microsoft.com/office/drawing/2014/main" val="901909377"/>
                  </a:ext>
                </a:extLst>
              </a:tr>
              <a:tr h="370840">
                <a:tc rowSpan="9">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chemeClr val="tx1"/>
                          </a:solidFill>
                        </a:rPr>
                        <a:t>&lt;&lt;</a:t>
                      </a:r>
                      <a:r>
                        <a:rPr kumimoji="1" lang="ja-JP" altLang="en-US" sz="1200" b="0" dirty="0">
                          <a:solidFill>
                            <a:schemeClr val="tx1"/>
                          </a:solidFill>
                        </a:rPr>
                        <a:t>定義</a:t>
                      </a:r>
                      <a:r>
                        <a:rPr kumimoji="1" lang="en-US" altLang="ja-JP" sz="1200" b="0" dirty="0">
                          <a:solidFill>
                            <a:schemeClr val="tx1"/>
                          </a:solidFill>
                        </a:rPr>
                        <a:t>&gt;&gt;</a:t>
                      </a:r>
                      <a:endParaRPr kumimoji="1" lang="ja-JP" altLang="en-US" sz="1200" b="0" dirty="0">
                        <a:solidFill>
                          <a:schemeClr val="tx1"/>
                        </a:solidFill>
                      </a:endParaRP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rPr>
                        <a:t>機能構成</a:t>
                      </a:r>
                      <a:endParaRPr kumimoji="1" lang="en-US" altLang="ja-JP" sz="1200" b="0" dirty="0">
                        <a:solidFill>
                          <a:schemeClr val="tx1"/>
                        </a:solidFill>
                      </a:endParaRPr>
                    </a:p>
                  </a:txBody>
                  <a:tcPr>
                    <a:solidFill>
                      <a:schemeClr val="bg1">
                        <a:lumMod val="85000"/>
                      </a:schemeClr>
                    </a:solidFill>
                  </a:tcPr>
                </a:tc>
                <a:tc>
                  <a:txBody>
                    <a:bodyPr/>
                    <a:lstStyle/>
                    <a:p>
                      <a:r>
                        <a:rPr kumimoji="1" lang="ja-JP" altLang="en-US" sz="1200" dirty="0"/>
                        <a:t>クラス図、クラス説明：画像</a:t>
                      </a:r>
                    </a:p>
                  </a:txBody>
                  <a:tcPr>
                    <a:solidFill>
                      <a:schemeClr val="bg1">
                        <a:lumMod val="85000"/>
                      </a:schemeClr>
                    </a:solidFill>
                  </a:tcPr>
                </a:tc>
                <a:extLst>
                  <a:ext uri="{0D108BD9-81ED-4DB2-BD59-A6C34878D82A}">
                    <a16:rowId xmlns:a16="http://schemas.microsoft.com/office/drawing/2014/main" val="3315370891"/>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rPr>
                        <a:t>機能概念</a:t>
                      </a:r>
                    </a:p>
                  </a:txBody>
                  <a:tcPr>
                    <a:solidFill>
                      <a:schemeClr val="bg1">
                        <a:lumMod val="85000"/>
                      </a:schemeClr>
                    </a:solidFill>
                  </a:tcPr>
                </a:tc>
                <a:tc>
                  <a:txBody>
                    <a:bodyPr/>
                    <a:lstStyle/>
                    <a:p>
                      <a:r>
                        <a:rPr kumimoji="1" lang="ja-JP" altLang="en-US" sz="1200" dirty="0"/>
                        <a:t>機能概念（機能の背景、制約、場合分け）</a:t>
                      </a:r>
                    </a:p>
                  </a:txBody>
                  <a:tcPr>
                    <a:solidFill>
                      <a:schemeClr val="bg1">
                        <a:lumMod val="85000"/>
                      </a:schemeClr>
                    </a:solidFill>
                  </a:tcPr>
                </a:tc>
                <a:extLst>
                  <a:ext uri="{0D108BD9-81ED-4DB2-BD59-A6C34878D82A}">
                    <a16:rowId xmlns:a16="http://schemas.microsoft.com/office/drawing/2014/main" val="3017887169"/>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rgbClr val="C00000"/>
                          </a:solidFill>
                        </a:rPr>
                        <a:t>用語</a:t>
                      </a:r>
                    </a:p>
                  </a:txBody>
                  <a:tcPr>
                    <a:solidFill>
                      <a:schemeClr val="bg1">
                        <a:lumMod val="85000"/>
                      </a:schemeClr>
                    </a:solidFill>
                  </a:tcPr>
                </a:tc>
                <a:tc>
                  <a:txBody>
                    <a:bodyPr/>
                    <a:lstStyle/>
                    <a:p>
                      <a:r>
                        <a:rPr kumimoji="1" lang="ja-JP" altLang="en-US" sz="1200" dirty="0"/>
                        <a:t>用語の定義</a:t>
                      </a:r>
                    </a:p>
                  </a:txBody>
                  <a:tcPr>
                    <a:solidFill>
                      <a:schemeClr val="bg1">
                        <a:lumMod val="85000"/>
                      </a:schemeClr>
                    </a:solidFill>
                  </a:tcPr>
                </a:tc>
                <a:extLst>
                  <a:ext uri="{0D108BD9-81ED-4DB2-BD59-A6C34878D82A}">
                    <a16:rowId xmlns:a16="http://schemas.microsoft.com/office/drawing/2014/main" val="1055832436"/>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rgbClr val="C00000"/>
                          </a:solidFill>
                        </a:rPr>
                        <a:t>Command</a:t>
                      </a:r>
                      <a:endParaRPr kumimoji="1" lang="ja-JP" altLang="en-US" sz="1200" b="0" dirty="0">
                        <a:solidFill>
                          <a:srgbClr val="C00000"/>
                        </a:solidFill>
                      </a:endParaRPr>
                    </a:p>
                  </a:txBody>
                  <a:tcPr>
                    <a:solidFill>
                      <a:schemeClr val="bg1">
                        <a:lumMod val="85000"/>
                      </a:schemeClr>
                    </a:solidFill>
                  </a:tcPr>
                </a:tc>
                <a:tc>
                  <a:txBody>
                    <a:bodyPr/>
                    <a:lstStyle/>
                    <a:p>
                      <a:r>
                        <a:rPr kumimoji="1" lang="ja-JP" altLang="en-US" sz="1200" dirty="0"/>
                        <a:t>コマンド定義（名称、タグ名、タイプ、型、サイズ、内容、単位、設定内容）</a:t>
                      </a:r>
                    </a:p>
                  </a:txBody>
                  <a:tcPr>
                    <a:solidFill>
                      <a:schemeClr val="bg1">
                        <a:lumMod val="85000"/>
                      </a:schemeClr>
                    </a:solidFill>
                  </a:tcPr>
                </a:tc>
                <a:extLst>
                  <a:ext uri="{0D108BD9-81ED-4DB2-BD59-A6C34878D82A}">
                    <a16:rowId xmlns:a16="http://schemas.microsoft.com/office/drawing/2014/main" val="493715961"/>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rgbClr val="C00000"/>
                          </a:solidFill>
                        </a:rPr>
                        <a:t>Message</a:t>
                      </a:r>
                      <a:endParaRPr kumimoji="1" lang="ja-JP" altLang="en-US" sz="1200" b="0" dirty="0">
                        <a:solidFill>
                          <a:srgbClr val="C00000"/>
                        </a:solidFill>
                      </a:endParaRPr>
                    </a:p>
                  </a:txBody>
                  <a:tcPr>
                    <a:solidFill>
                      <a:schemeClr val="bg1">
                        <a:lumMod val="85000"/>
                      </a:schemeClr>
                    </a:solidFill>
                  </a:tcPr>
                </a:tc>
                <a:tc>
                  <a:txBody>
                    <a:bodyPr/>
                    <a:lstStyle/>
                    <a:p>
                      <a:r>
                        <a:rPr kumimoji="1" lang="ja-JP" altLang="en-US" sz="1200" dirty="0"/>
                        <a:t>メッセージ定義（内容、型・種別、設定範囲、多重度、単位、ログ、パスポイント、</a:t>
                      </a:r>
                      <a:r>
                        <a:rPr kumimoji="1" lang="en-US" altLang="ja-JP" sz="1200" dirty="0"/>
                        <a:t>Host</a:t>
                      </a:r>
                      <a:r>
                        <a:rPr kumimoji="1" lang="ja-JP" altLang="en-US" sz="1200" dirty="0"/>
                        <a:t>通知、説明）</a:t>
                      </a:r>
                    </a:p>
                  </a:txBody>
                  <a:tcPr>
                    <a:solidFill>
                      <a:schemeClr val="bg1">
                        <a:lumMod val="85000"/>
                      </a:schemeClr>
                    </a:solidFill>
                  </a:tcPr>
                </a:tc>
                <a:extLst>
                  <a:ext uri="{0D108BD9-81ED-4DB2-BD59-A6C34878D82A}">
                    <a16:rowId xmlns:a16="http://schemas.microsoft.com/office/drawing/2014/main" val="2993166474"/>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rPr>
                        <a:t>シナリオ</a:t>
                      </a:r>
                    </a:p>
                  </a:txBody>
                  <a:tcPr>
                    <a:solidFill>
                      <a:schemeClr val="bg1">
                        <a:lumMod val="85000"/>
                      </a:schemeClr>
                    </a:solidFill>
                  </a:tcPr>
                </a:tc>
                <a:tc>
                  <a:txBody>
                    <a:bodyPr/>
                    <a:lstStyle/>
                    <a:p>
                      <a:r>
                        <a:rPr kumimoji="1" lang="ja-JP" altLang="en-US" sz="1200" dirty="0"/>
                        <a:t>シナリオ（正常時、異常時、</a:t>
                      </a:r>
                      <a:r>
                        <a:rPr kumimoji="1" lang="en-US" altLang="ja-JP" sz="1200" dirty="0"/>
                        <a:t>Lot</a:t>
                      </a:r>
                      <a:r>
                        <a:rPr kumimoji="1" lang="ja-JP" altLang="en-US" sz="1200" dirty="0"/>
                        <a:t>移行時、その他）</a:t>
                      </a:r>
                    </a:p>
                  </a:txBody>
                  <a:tcPr>
                    <a:solidFill>
                      <a:schemeClr val="bg1">
                        <a:lumMod val="85000"/>
                      </a:schemeClr>
                    </a:solidFill>
                  </a:tcPr>
                </a:tc>
                <a:extLst>
                  <a:ext uri="{0D108BD9-81ED-4DB2-BD59-A6C34878D82A}">
                    <a16:rowId xmlns:a16="http://schemas.microsoft.com/office/drawing/2014/main" val="567440172"/>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rPr>
                        <a:t>構造体</a:t>
                      </a:r>
                    </a:p>
                  </a:txBody>
                  <a:tcPr>
                    <a:solidFill>
                      <a:schemeClr val="bg1">
                        <a:lumMod val="85000"/>
                      </a:schemeClr>
                    </a:solidFill>
                  </a:tcPr>
                </a:tc>
                <a:tc>
                  <a:txBody>
                    <a:bodyPr/>
                    <a:lstStyle/>
                    <a:p>
                      <a:r>
                        <a:rPr kumimoji="1" lang="ja-JP" altLang="en-US" sz="1200" dirty="0"/>
                        <a:t>構造体の定義</a:t>
                      </a:r>
                    </a:p>
                  </a:txBody>
                  <a:tcPr>
                    <a:solidFill>
                      <a:schemeClr val="bg1">
                        <a:lumMod val="85000"/>
                      </a:schemeClr>
                    </a:solidFill>
                  </a:tcPr>
                </a:tc>
                <a:extLst>
                  <a:ext uri="{0D108BD9-81ED-4DB2-BD59-A6C34878D82A}">
                    <a16:rowId xmlns:a16="http://schemas.microsoft.com/office/drawing/2014/main" val="3548581799"/>
                  </a:ext>
                </a:extLst>
              </a:tr>
              <a:tr h="370840">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rPr>
                        <a:t>属性値</a:t>
                      </a:r>
                    </a:p>
                  </a:txBody>
                  <a:tcPr>
                    <a:solidFill>
                      <a:schemeClr val="bg1">
                        <a:lumMod val="85000"/>
                      </a:schemeClr>
                    </a:solidFill>
                  </a:tcPr>
                </a:tc>
                <a:tc>
                  <a:txBody>
                    <a:bodyPr/>
                    <a:lstStyle/>
                    <a:p>
                      <a:r>
                        <a:rPr kumimoji="1" lang="ja-JP" altLang="en-US" sz="1200" dirty="0"/>
                        <a:t>属性値の定義</a:t>
                      </a:r>
                    </a:p>
                  </a:txBody>
                  <a:tcPr>
                    <a:solidFill>
                      <a:schemeClr val="bg1">
                        <a:lumMod val="85000"/>
                      </a:schemeClr>
                    </a:solidFill>
                  </a:tcPr>
                </a:tc>
                <a:extLst>
                  <a:ext uri="{0D108BD9-81ED-4DB2-BD59-A6C34878D82A}">
                    <a16:rowId xmlns:a16="http://schemas.microsoft.com/office/drawing/2014/main" val="2456696591"/>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rPr>
                        <a:t>○○パラメータ</a:t>
                      </a:r>
                    </a:p>
                  </a:txBody>
                  <a:tcPr>
                    <a:solidFill>
                      <a:schemeClr val="bg1">
                        <a:lumMod val="85000"/>
                      </a:schemeClr>
                    </a:solidFill>
                  </a:tcPr>
                </a:tc>
                <a:tc>
                  <a:txBody>
                    <a:bodyPr/>
                    <a:lstStyle/>
                    <a:p>
                      <a:r>
                        <a:rPr kumimoji="1" lang="ja-JP" altLang="en-US" sz="1200" dirty="0"/>
                        <a:t>パラメータ定義（記述名称、型、単位、初期値）</a:t>
                      </a:r>
                    </a:p>
                  </a:txBody>
                  <a:tcPr>
                    <a:solidFill>
                      <a:schemeClr val="bg1">
                        <a:lumMod val="85000"/>
                      </a:schemeClr>
                    </a:solidFill>
                  </a:tcPr>
                </a:tc>
                <a:extLst>
                  <a:ext uri="{0D108BD9-81ED-4DB2-BD59-A6C34878D82A}">
                    <a16:rowId xmlns:a16="http://schemas.microsoft.com/office/drawing/2014/main" val="327517217"/>
                  </a:ext>
                </a:extLst>
              </a:tr>
              <a:tr h="37084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chemeClr val="tx1"/>
                          </a:solidFill>
                        </a:rPr>
                        <a:t>&lt;&lt;</a:t>
                      </a:r>
                      <a:r>
                        <a:rPr kumimoji="1" lang="ja-JP" altLang="en-US" sz="1200" b="0" dirty="0">
                          <a:solidFill>
                            <a:schemeClr val="tx1"/>
                          </a:solidFill>
                        </a:rPr>
                        <a:t>仕様</a:t>
                      </a:r>
                      <a:r>
                        <a:rPr kumimoji="1" lang="en-US" altLang="ja-JP" sz="1200" b="0" dirty="0">
                          <a:solidFill>
                            <a:schemeClr val="tx1"/>
                          </a:solidFill>
                        </a:rPr>
                        <a:t>&gt;&gt;</a:t>
                      </a:r>
                      <a:endParaRPr kumimoji="1" lang="ja-JP" altLang="en-US" sz="1200" b="0" dirty="0">
                        <a:solidFill>
                          <a:schemeClr val="tx1"/>
                        </a:solidFill>
                      </a:endParaRPr>
                    </a:p>
                  </a:txBody>
                  <a:tcP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rgbClr val="C00000"/>
                          </a:solidFill>
                        </a:rPr>
                        <a:t>IF</a:t>
                      </a:r>
                      <a:r>
                        <a:rPr kumimoji="1" lang="ja-JP" altLang="en-US" sz="1200" b="0" dirty="0">
                          <a:solidFill>
                            <a:srgbClr val="C00000"/>
                          </a:solidFill>
                        </a:rPr>
                        <a:t>一覧</a:t>
                      </a:r>
                      <a:endParaRPr kumimoji="1" lang="en-US" altLang="ja-JP" sz="1200" b="0"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rgbClr val="C00000"/>
                          </a:solidFill>
                        </a:rPr>
                        <a:t>※”&lt;&lt;</a:t>
                      </a:r>
                      <a:r>
                        <a:rPr kumimoji="1" lang="ja-JP" altLang="en-US" sz="1200" b="0" dirty="0">
                          <a:solidFill>
                            <a:srgbClr val="C00000"/>
                          </a:solidFill>
                        </a:rPr>
                        <a:t>仕様</a:t>
                      </a:r>
                      <a:r>
                        <a:rPr kumimoji="1" lang="en-US" altLang="ja-JP" sz="1200" b="0" dirty="0">
                          <a:solidFill>
                            <a:srgbClr val="C00000"/>
                          </a:solidFill>
                        </a:rPr>
                        <a:t>&gt;&gt;”</a:t>
                      </a:r>
                      <a:r>
                        <a:rPr kumimoji="1" lang="ja-JP" altLang="en-US" sz="1200" b="0" dirty="0">
                          <a:solidFill>
                            <a:srgbClr val="C00000"/>
                          </a:solidFill>
                        </a:rPr>
                        <a:t>がない場合あり</a:t>
                      </a:r>
                    </a:p>
                  </a:txBody>
                  <a:tcPr>
                    <a:solidFill>
                      <a:schemeClr val="bg1">
                        <a:lumMod val="75000"/>
                      </a:schemeClr>
                    </a:solidFill>
                  </a:tcPr>
                </a:tc>
                <a:tc>
                  <a:txBody>
                    <a:bodyPr/>
                    <a:lstStyle/>
                    <a:p>
                      <a:r>
                        <a:rPr kumimoji="1" lang="ja-JP" altLang="en-US" sz="1200" dirty="0"/>
                        <a:t>機能ブロック（小機能）間の入出力一覧</a:t>
                      </a:r>
                    </a:p>
                  </a:txBody>
                  <a:tcPr>
                    <a:solidFill>
                      <a:schemeClr val="bg1">
                        <a:lumMod val="75000"/>
                      </a:schemeClr>
                    </a:solidFill>
                  </a:tcPr>
                </a:tc>
                <a:extLst>
                  <a:ext uri="{0D108BD9-81ED-4DB2-BD59-A6C34878D82A}">
                    <a16:rowId xmlns:a16="http://schemas.microsoft.com/office/drawing/2014/main" val="3131096803"/>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rgbClr val="C00000"/>
                          </a:solidFill>
                        </a:rPr>
                        <a:t>{</a:t>
                      </a:r>
                      <a:r>
                        <a:rPr kumimoji="1" lang="ja-JP" altLang="en-US" sz="1200" b="0" dirty="0">
                          <a:solidFill>
                            <a:srgbClr val="C00000"/>
                          </a:solidFill>
                        </a:rPr>
                        <a:t>小機能名</a:t>
                      </a:r>
                      <a:r>
                        <a:rPr kumimoji="1" lang="en-US" altLang="ja-JP" sz="1200" b="0" dirty="0">
                          <a:solidFill>
                            <a:srgbClr val="C00000"/>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rgbClr val="C00000"/>
                          </a:solidFill>
                        </a:rPr>
                        <a:t>※”</a:t>
                      </a:r>
                      <a:r>
                        <a:rPr kumimoji="1" lang="ja-JP" altLang="en-US" sz="1200" b="0" dirty="0">
                          <a:solidFill>
                            <a:srgbClr val="C00000"/>
                          </a:solidFill>
                        </a:rPr>
                        <a:t>仕様</a:t>
                      </a:r>
                      <a:r>
                        <a:rPr kumimoji="1" lang="en-US" altLang="ja-JP" sz="1200" b="0" dirty="0">
                          <a:solidFill>
                            <a:srgbClr val="C00000"/>
                          </a:solidFill>
                        </a:rPr>
                        <a:t>”</a:t>
                      </a:r>
                      <a:r>
                        <a:rPr kumimoji="1" lang="ja-JP" altLang="en-US" sz="1200" b="0" dirty="0">
                          <a:solidFill>
                            <a:srgbClr val="C00000"/>
                          </a:solidFill>
                        </a:rPr>
                        <a:t>のみの場合あり</a:t>
                      </a:r>
                    </a:p>
                  </a:txBody>
                  <a:tcPr>
                    <a:solidFill>
                      <a:schemeClr val="bg1">
                        <a:lumMod val="75000"/>
                      </a:schemeClr>
                    </a:solidFill>
                  </a:tcPr>
                </a:tc>
                <a:tc>
                  <a:txBody>
                    <a:bodyPr/>
                    <a:lstStyle/>
                    <a:p>
                      <a:r>
                        <a:rPr kumimoji="1" lang="ja-JP" altLang="en-US" sz="1200" dirty="0"/>
                        <a:t>小機能に関する機能詳細。</a:t>
                      </a:r>
                      <a:r>
                        <a:rPr kumimoji="1" lang="en-US" altLang="ja-JP" sz="1200" b="0" dirty="0"/>
                        <a:t>{</a:t>
                      </a:r>
                      <a:r>
                        <a:rPr kumimoji="1" lang="ja-JP" altLang="en-US" sz="1200" b="0" dirty="0"/>
                        <a:t>小機能名</a:t>
                      </a:r>
                      <a:r>
                        <a:rPr kumimoji="1" lang="en-US" altLang="ja-JP" sz="1200" b="0" dirty="0"/>
                        <a:t>}</a:t>
                      </a:r>
                      <a:r>
                        <a:rPr kumimoji="1" lang="ja-JP" altLang="en-US" sz="1200" b="0" dirty="0"/>
                        <a:t>がない場合は当該機能の機能詳細。</a:t>
                      </a:r>
                      <a:endParaRPr kumimoji="1" lang="en-US" altLang="ja-JP" sz="1200" b="0" dirty="0"/>
                    </a:p>
                    <a:p>
                      <a:r>
                        <a:rPr kumimoji="1" lang="ja-JP" altLang="en-US" sz="1200" b="0" dirty="0"/>
                        <a:t>（実行タイミング、実行</a:t>
                      </a:r>
                      <a:r>
                        <a:rPr kumimoji="1" lang="en-US" altLang="ja-JP" sz="1200" b="0" dirty="0"/>
                        <a:t>IF</a:t>
                      </a:r>
                      <a:r>
                        <a:rPr kumimoji="1" lang="ja-JP" altLang="en-US" sz="1200" b="0" dirty="0"/>
                        <a:t>、一時パラメータ、機能実行条件、入出力、処理内容）</a:t>
                      </a:r>
                      <a:endParaRPr kumimoji="1" lang="ja-JP" altLang="en-US" sz="1200" dirty="0"/>
                    </a:p>
                  </a:txBody>
                  <a:tcPr>
                    <a:solidFill>
                      <a:schemeClr val="bg1">
                        <a:lumMod val="75000"/>
                      </a:schemeClr>
                    </a:solidFill>
                  </a:tcPr>
                </a:tc>
                <a:extLst>
                  <a:ext uri="{0D108BD9-81ED-4DB2-BD59-A6C34878D82A}">
                    <a16:rowId xmlns:a16="http://schemas.microsoft.com/office/drawing/2014/main" val="3776266272"/>
                  </a:ext>
                </a:extLst>
              </a:tr>
              <a:tr h="370840">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chemeClr val="tx1"/>
                          </a:solidFill>
                        </a:rPr>
                        <a:t>&lt;&lt;</a:t>
                      </a:r>
                      <a:r>
                        <a:rPr kumimoji="1" lang="ja-JP" altLang="en-US" sz="1200" b="0" dirty="0">
                          <a:solidFill>
                            <a:schemeClr val="tx1"/>
                          </a:solidFill>
                        </a:rPr>
                        <a:t>資料</a:t>
                      </a:r>
                      <a:r>
                        <a:rPr kumimoji="1" lang="en-US" altLang="ja-JP" sz="1200" b="0" dirty="0">
                          <a:solidFill>
                            <a:schemeClr val="tx1"/>
                          </a:solidFill>
                        </a:rPr>
                        <a:t>&gt;&gt;</a:t>
                      </a:r>
                      <a:endParaRPr kumimoji="1" lang="ja-JP" altLang="en-US" sz="1200" b="0" dirty="0">
                        <a:solidFill>
                          <a:schemeClr val="tx1"/>
                        </a:solidFill>
                      </a:endParaRP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rPr>
                        <a:t>機能運用</a:t>
                      </a:r>
                      <a:endParaRPr kumimoji="1" lang="en-US" altLang="ja-JP" sz="1200" b="0" dirty="0">
                        <a:solidFill>
                          <a:schemeClr val="tx1"/>
                        </a:solidFill>
                      </a:endParaRPr>
                    </a:p>
                  </a:txBody>
                  <a:tcPr>
                    <a:solidFill>
                      <a:schemeClr val="bg1">
                        <a:lumMod val="85000"/>
                      </a:schemeClr>
                    </a:solidFill>
                  </a:tcPr>
                </a:tc>
                <a:tc>
                  <a:txBody>
                    <a:bodyPr/>
                    <a:lstStyle/>
                    <a:p>
                      <a:r>
                        <a:rPr kumimoji="1" lang="ja-JP" altLang="en-US" sz="1200" dirty="0"/>
                        <a:t>想定される運用方法</a:t>
                      </a:r>
                      <a:endParaRPr kumimoji="1" lang="en-US" altLang="ja-JP" sz="1200" dirty="0"/>
                    </a:p>
                  </a:txBody>
                  <a:tcPr>
                    <a:solidFill>
                      <a:schemeClr val="bg1">
                        <a:lumMod val="85000"/>
                      </a:schemeClr>
                    </a:solidFill>
                  </a:tcPr>
                </a:tc>
                <a:extLst>
                  <a:ext uri="{0D108BD9-81ED-4DB2-BD59-A6C34878D82A}">
                    <a16:rowId xmlns:a16="http://schemas.microsoft.com/office/drawing/2014/main" val="1584880932"/>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rPr>
                        <a:t>アクティビティ</a:t>
                      </a:r>
                      <a:endParaRPr kumimoji="1" lang="en-US" altLang="ja-JP" sz="1200" b="0" dirty="0">
                        <a:solidFill>
                          <a:schemeClr val="tx1"/>
                        </a:solidFill>
                      </a:endParaRPr>
                    </a:p>
                  </a:txBody>
                  <a:tcPr>
                    <a:solidFill>
                      <a:schemeClr val="bg1">
                        <a:lumMod val="85000"/>
                      </a:schemeClr>
                    </a:solidFill>
                  </a:tcPr>
                </a:tc>
                <a:tc>
                  <a:txBody>
                    <a:bodyPr/>
                    <a:lstStyle/>
                    <a:p>
                      <a:r>
                        <a:rPr kumimoji="1" lang="ja-JP" altLang="en-US" sz="1200" dirty="0"/>
                        <a:t>処理ステップ（アクティビティ）の説明</a:t>
                      </a:r>
                      <a:endParaRPr kumimoji="1" lang="en-US" altLang="ja-JP" sz="1200" dirty="0"/>
                    </a:p>
                  </a:txBody>
                  <a:tcPr>
                    <a:solidFill>
                      <a:schemeClr val="bg1">
                        <a:lumMod val="85000"/>
                      </a:schemeClr>
                    </a:solidFill>
                  </a:tcPr>
                </a:tc>
                <a:extLst>
                  <a:ext uri="{0D108BD9-81ED-4DB2-BD59-A6C34878D82A}">
                    <a16:rowId xmlns:a16="http://schemas.microsoft.com/office/drawing/2014/main" val="3294767204"/>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rPr>
                        <a:t>アクティビティ図</a:t>
                      </a:r>
                      <a:endParaRPr kumimoji="1" lang="en-US" altLang="ja-JP" sz="1200" b="0" dirty="0">
                        <a:solidFill>
                          <a:schemeClr val="tx1"/>
                        </a:solidFill>
                      </a:endParaRPr>
                    </a:p>
                  </a:txBody>
                  <a:tcPr>
                    <a:solidFill>
                      <a:schemeClr val="bg1">
                        <a:lumMod val="85000"/>
                      </a:schemeClr>
                    </a:solidFill>
                  </a:tcPr>
                </a:tc>
                <a:tc>
                  <a:txBody>
                    <a:bodyPr/>
                    <a:lstStyle/>
                    <a:p>
                      <a:r>
                        <a:rPr kumimoji="1" lang="ja-JP" altLang="en-US" sz="1200" dirty="0"/>
                        <a:t>処理フロー（アクティビティ図）：画像</a:t>
                      </a:r>
                      <a:endParaRPr kumimoji="1" lang="en-US" altLang="ja-JP" sz="1200" dirty="0"/>
                    </a:p>
                  </a:txBody>
                  <a:tcPr>
                    <a:solidFill>
                      <a:schemeClr val="bg1">
                        <a:lumMod val="85000"/>
                      </a:schemeClr>
                    </a:solidFill>
                  </a:tcPr>
                </a:tc>
                <a:extLst>
                  <a:ext uri="{0D108BD9-81ED-4DB2-BD59-A6C34878D82A}">
                    <a16:rowId xmlns:a16="http://schemas.microsoft.com/office/drawing/2014/main" val="4156890571"/>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rPr>
                        <a:t>設計方針</a:t>
                      </a:r>
                      <a:endParaRPr kumimoji="1" lang="en-US" altLang="ja-JP" sz="1200" b="0" dirty="0">
                        <a:solidFill>
                          <a:schemeClr val="tx1"/>
                        </a:solidFill>
                      </a:endParaRPr>
                    </a:p>
                  </a:txBody>
                  <a:tcPr>
                    <a:solidFill>
                      <a:schemeClr val="bg1">
                        <a:lumMod val="85000"/>
                      </a:schemeClr>
                    </a:solidFill>
                  </a:tcPr>
                </a:tc>
                <a:tc>
                  <a:txBody>
                    <a:bodyPr/>
                    <a:lstStyle/>
                    <a:p>
                      <a:r>
                        <a:rPr kumimoji="1" lang="ja-JP" altLang="en-US" sz="1200" dirty="0"/>
                        <a:t>コンテキスト図、クラス図・シーケンス図</a:t>
                      </a:r>
                      <a:endParaRPr kumimoji="1" lang="en-US" altLang="ja-JP" sz="1200" dirty="0">
                        <a:solidFill>
                          <a:srgbClr val="FF0000"/>
                        </a:solidFill>
                      </a:endParaRPr>
                    </a:p>
                  </a:txBody>
                  <a:tcPr>
                    <a:solidFill>
                      <a:schemeClr val="bg1">
                        <a:lumMod val="85000"/>
                      </a:schemeClr>
                    </a:solidFill>
                  </a:tcPr>
                </a:tc>
                <a:extLst>
                  <a:ext uri="{0D108BD9-81ED-4DB2-BD59-A6C34878D82A}">
                    <a16:rowId xmlns:a16="http://schemas.microsoft.com/office/drawing/2014/main" val="1087694424"/>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t>&lt;&lt;</a:t>
                      </a:r>
                      <a:r>
                        <a:rPr kumimoji="1" lang="ja-JP" altLang="en-US" sz="1200" b="0" dirty="0"/>
                        <a:t>ファイル形式</a:t>
                      </a:r>
                      <a:r>
                        <a:rPr kumimoji="1" lang="en-US" altLang="ja-JP" sz="1200" b="0" dirty="0"/>
                        <a:t>&gt;&gt;</a:t>
                      </a:r>
                      <a:endParaRPr kumimoji="1" lang="ja-JP" altLang="en-US" sz="1200" b="0" dirty="0"/>
                    </a:p>
                  </a:txBody>
                  <a:tcPr>
                    <a:solidFill>
                      <a:schemeClr val="bg1">
                        <a:lumMod val="7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dirty="0"/>
                    </a:p>
                  </a:txBody>
                  <a:tcPr>
                    <a:solidFill>
                      <a:schemeClr val="bg1">
                        <a:lumMod val="85000"/>
                      </a:schemeClr>
                    </a:solidFill>
                  </a:tcPr>
                </a:tc>
                <a:tc>
                  <a:txBody>
                    <a:bodyPr/>
                    <a:lstStyle/>
                    <a:p>
                      <a:r>
                        <a:rPr kumimoji="1" lang="ja-JP" altLang="en-US" sz="1200" dirty="0"/>
                        <a:t>ファイルの内部構造（セクション）や各セクションの内容、データ構造定義</a:t>
                      </a:r>
                      <a:endParaRPr kumimoji="1" lang="en-US" altLang="ja-JP" sz="1200" dirty="0"/>
                    </a:p>
                  </a:txBody>
                  <a:tcPr>
                    <a:solidFill>
                      <a:schemeClr val="bg1">
                        <a:lumMod val="75000"/>
                      </a:schemeClr>
                    </a:solidFill>
                  </a:tcPr>
                </a:tc>
                <a:extLst>
                  <a:ext uri="{0D108BD9-81ED-4DB2-BD59-A6C34878D82A}">
                    <a16:rowId xmlns:a16="http://schemas.microsoft.com/office/drawing/2014/main" val="1255571903"/>
                  </a:ext>
                </a:extLst>
              </a:tr>
            </a:tbl>
          </a:graphicData>
        </a:graphic>
      </p:graphicFrame>
      <p:sp>
        <p:nvSpPr>
          <p:cNvPr id="7" name="四角形: 角を丸くする 6">
            <a:extLst>
              <a:ext uri="{FF2B5EF4-FFF2-40B4-BE49-F238E27FC236}">
                <a16:creationId xmlns:a16="http://schemas.microsoft.com/office/drawing/2014/main" id="{51D25632-9B79-8CFC-D68C-DFEF38D7A5D2}"/>
              </a:ext>
            </a:extLst>
          </p:cNvPr>
          <p:cNvSpPr/>
          <p:nvPr/>
        </p:nvSpPr>
        <p:spPr>
          <a:xfrm>
            <a:off x="11401425" y="1269187"/>
            <a:ext cx="3219450" cy="1713476"/>
          </a:xfrm>
          <a:prstGeom prst="roundRect">
            <a:avLst>
              <a:gd name="adj" fmla="val 7357"/>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50" dirty="0">
                <a:solidFill>
                  <a:schemeClr val="tx1"/>
                </a:solidFill>
              </a:rPr>
              <a:t>質問</a:t>
            </a:r>
            <a:endParaRPr lang="en-US" altLang="ja-JP" sz="1050" dirty="0">
              <a:solidFill>
                <a:schemeClr val="tx1"/>
              </a:solidFill>
            </a:endParaRPr>
          </a:p>
          <a:p>
            <a:r>
              <a:rPr kumimoji="1" lang="ja-JP" altLang="en-US" sz="1050" dirty="0">
                <a:solidFill>
                  <a:schemeClr val="tx1"/>
                </a:solidFill>
              </a:rPr>
              <a:t>・</a:t>
            </a:r>
            <a:r>
              <a:rPr kumimoji="1" lang="en-US" altLang="ja-JP" sz="1050" dirty="0">
                <a:solidFill>
                  <a:schemeClr val="tx1"/>
                </a:solidFill>
              </a:rPr>
              <a:t>&lt;&lt;</a:t>
            </a:r>
            <a:r>
              <a:rPr kumimoji="1" lang="ja-JP" altLang="en-US" sz="1050" dirty="0">
                <a:solidFill>
                  <a:schemeClr val="tx1"/>
                </a:solidFill>
              </a:rPr>
              <a:t>定義</a:t>
            </a:r>
            <a:r>
              <a:rPr kumimoji="1" lang="en-US" altLang="ja-JP" sz="1050" dirty="0">
                <a:solidFill>
                  <a:schemeClr val="tx1"/>
                </a:solidFill>
              </a:rPr>
              <a:t>&gt;&gt;</a:t>
            </a:r>
            <a:r>
              <a:rPr kumimoji="1" lang="ja-JP" altLang="en-US" sz="1050" dirty="0">
                <a:solidFill>
                  <a:schemeClr val="tx1"/>
                </a:solidFill>
              </a:rPr>
              <a:t>機能構成と</a:t>
            </a:r>
            <a:r>
              <a:rPr kumimoji="1" lang="en-US" altLang="ja-JP" sz="1050" dirty="0">
                <a:solidFill>
                  <a:schemeClr val="tx1"/>
                </a:solidFill>
              </a:rPr>
              <a:t>&lt;&lt;</a:t>
            </a:r>
            <a:r>
              <a:rPr kumimoji="1" lang="ja-JP" altLang="en-US" sz="1050" dirty="0">
                <a:solidFill>
                  <a:schemeClr val="tx1"/>
                </a:solidFill>
              </a:rPr>
              <a:t>資料</a:t>
            </a:r>
            <a:r>
              <a:rPr kumimoji="1" lang="en-US" altLang="ja-JP" sz="1050" dirty="0">
                <a:solidFill>
                  <a:schemeClr val="tx1"/>
                </a:solidFill>
              </a:rPr>
              <a:t>&gt;&gt;</a:t>
            </a:r>
            <a:r>
              <a:rPr kumimoji="1" lang="ja-JP" altLang="en-US" sz="1050" dirty="0">
                <a:solidFill>
                  <a:schemeClr val="tx1"/>
                </a:solidFill>
              </a:rPr>
              <a:t>設計方針の内容は被っている？どちらか一方を作成？</a:t>
            </a:r>
            <a:endParaRPr kumimoji="1" lang="en-US" altLang="ja-JP" sz="1050" dirty="0">
              <a:solidFill>
                <a:schemeClr val="tx1"/>
              </a:solidFill>
            </a:endParaRPr>
          </a:p>
          <a:p>
            <a:endParaRPr lang="en-US" altLang="ja-JP" sz="1050" dirty="0">
              <a:solidFill>
                <a:schemeClr val="tx1"/>
              </a:solidFill>
            </a:endParaRPr>
          </a:p>
          <a:p>
            <a:r>
              <a:rPr lang="ja-JP" altLang="en-US" sz="1050" dirty="0">
                <a:solidFill>
                  <a:schemeClr val="tx1"/>
                </a:solidFill>
              </a:rPr>
              <a:t>・必須シートなどの機能仕様書作成の決まりはあるか？</a:t>
            </a:r>
            <a:endParaRPr lang="en-US" altLang="ja-JP" sz="1050" dirty="0">
              <a:solidFill>
                <a:schemeClr val="tx1"/>
              </a:solidFill>
            </a:endParaRPr>
          </a:p>
          <a:p>
            <a:r>
              <a:rPr lang="ja-JP" altLang="en-US" sz="1050" dirty="0">
                <a:solidFill>
                  <a:schemeClr val="tx1"/>
                </a:solidFill>
              </a:rPr>
              <a:t>　・重要なシートなど</a:t>
            </a:r>
            <a:endParaRPr lang="en-US" altLang="ja-JP" sz="1050" dirty="0">
              <a:solidFill>
                <a:schemeClr val="tx1"/>
              </a:solidFill>
            </a:endParaRPr>
          </a:p>
          <a:p>
            <a:endParaRPr kumimoji="1" lang="ja-JP" altLang="en-US" sz="1050" b="0" dirty="0">
              <a:solidFill>
                <a:schemeClr val="tx1"/>
              </a:solidFill>
            </a:endParaRPr>
          </a:p>
        </p:txBody>
      </p:sp>
    </p:spTree>
    <p:extLst>
      <p:ext uri="{BB962C8B-B14F-4D97-AF65-F5344CB8AC3E}">
        <p14:creationId xmlns:p14="http://schemas.microsoft.com/office/powerpoint/2010/main" val="3807281241"/>
      </p:ext>
    </p:extLst>
  </p:cSld>
  <p:clrMapOvr>
    <a:masterClrMapping/>
  </p:clrMapOvr>
</p:sld>
</file>

<file path=ppt/theme/theme1.xml><?xml version="1.0" encoding="utf-8"?>
<a:theme xmlns:a="http://schemas.openxmlformats.org/drawingml/2006/main" name="exm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tx1"/>
          </a:solidFill>
        </a:ln>
      </a:spPr>
      <a:bodyPr lIns="36000" tIns="36000" rIns="36000" bIns="36000"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kumimoji="1" dirty="0" smtClean="0">
            <a:latin typeface="Meiryo UI" panose="020B0604030504040204" pitchFamily="50" charset="-128"/>
            <a:ea typeface="Meiryo UI" panose="020B0604030504040204" pitchFamily="50" charset="-128"/>
          </a:defRPr>
        </a:defPPr>
      </a:lstStyle>
    </a:txDef>
  </a:objectDefaults>
  <a:extraClrSchemeLst/>
  <a:extLst>
    <a:ext uri="{05A4C25C-085E-4340-85A3-A5531E510DB2}">
      <thm15:themeFamily xmlns:thm15="http://schemas.microsoft.com/office/thememl/2012/main" name="exm2" id="{FE5D4112-3B82-4684-A7AF-11EB4ECCDCA5}" vid="{FB30AC19-CD63-438C-8276-DBF4267BB3F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exm2</Template>
  <TotalTime>2721</TotalTime>
  <Words>705</Words>
  <Application>Microsoft Office PowerPoint</Application>
  <PresentationFormat>ワイド画面</PresentationFormat>
  <Paragraphs>99</Paragraphs>
  <Slides>3</Slides>
  <Notes>2</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3</vt:i4>
      </vt:variant>
    </vt:vector>
  </HeadingPairs>
  <TitlesOfParts>
    <vt:vector size="12" baseType="lpstr">
      <vt:lpstr>Meiryo UI</vt:lpstr>
      <vt:lpstr>ＭＳ Ｐゴシック</vt:lpstr>
      <vt:lpstr>MS UI Gothic</vt:lpstr>
      <vt:lpstr>メイリオ</vt:lpstr>
      <vt:lpstr>游ゴシック</vt:lpstr>
      <vt:lpstr>Arial</vt:lpstr>
      <vt:lpstr>Verdana</vt:lpstr>
      <vt:lpstr>Wingdings</vt:lpstr>
      <vt:lpstr>exm2</vt:lpstr>
      <vt:lpstr>解説書作成の精度向上案</vt:lpstr>
      <vt:lpstr>ファイル体系についての認識合わせ</vt:lpstr>
      <vt:lpstr>シート種類についての認識合わせ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Sueyoshi Akira-末吉 朗</dc:creator>
  <cp:lastModifiedBy>Sueyoshi Akira-末吉 朗</cp:lastModifiedBy>
  <cp:revision>40</cp:revision>
  <dcterms:created xsi:type="dcterms:W3CDTF">2026-01-21T09:18:38Z</dcterms:created>
  <dcterms:modified xsi:type="dcterms:W3CDTF">2026-02-18T06:46:49Z</dcterms:modified>
</cp:coreProperties>
</file>